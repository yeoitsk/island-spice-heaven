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19"/>
  </p:notesMasterIdLst>
  <p:handoutMasterIdLst>
    <p:handoutMasterId r:id="rId20"/>
  </p:handoutMasterIdLst>
  <p:sldIdLst>
    <p:sldId id="256" r:id="rId5"/>
    <p:sldId id="269" r:id="rId6"/>
    <p:sldId id="276" r:id="rId7"/>
    <p:sldId id="279" r:id="rId8"/>
    <p:sldId id="277" r:id="rId9"/>
    <p:sldId id="278" r:id="rId10"/>
    <p:sldId id="280" r:id="rId11"/>
    <p:sldId id="273" r:id="rId12"/>
    <p:sldId id="283" r:id="rId13"/>
    <p:sldId id="284" r:id="rId14"/>
    <p:sldId id="281" r:id="rId15"/>
    <p:sldId id="282" r:id="rId16"/>
    <p:sldId id="258" r:id="rId17"/>
    <p:sldId id="261" r:id="rId18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7E311A-6D20-29C0-E985-44B07AB66B23}" v="6" dt="2025-04-13T18:48:10.308"/>
    <p1510:client id="{26783830-4AC1-E0A4-1A5B-17E4E325AEDF}" v="327" dt="2025-04-14T02:57:19.796"/>
    <p1510:client id="{7710A560-A205-CCB1-3A89-B73BB4DF1178}" v="441" dt="2025-04-13T01:49:33.347"/>
  </p1510:revLst>
</p1510:revInfo>
</file>

<file path=ppt/tableStyles.xml><?xml version="1.0" encoding="utf-8"?>
<a:tblStyleLst xmlns:a="http://schemas.openxmlformats.org/drawingml/2006/main" def="{6E25E649-3F16-4E02-A733-19D2CDBF48F0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pos="3839"/>
        <p:guide orient="horz" pos="216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chita Ghoora" userId="S::n01682768@humber.ca::46d120e5-66d6-4923-b232-452e33639f3c" providerId="AD" clId="Web-{7710A560-A205-CCB1-3A89-B73BB4DF1178}"/>
    <pc:docChg chg="addSld delSld modSld sldOrd">
      <pc:chgData name="Sachita Ghoora" userId="S::n01682768@humber.ca::46d120e5-66d6-4923-b232-452e33639f3c" providerId="AD" clId="Web-{7710A560-A205-CCB1-3A89-B73BB4DF1178}" dt="2025-04-13T01:49:33.347" v="575"/>
      <pc:docMkLst>
        <pc:docMk/>
      </pc:docMkLst>
      <pc:sldChg chg="modSp">
        <pc:chgData name="Sachita Ghoora" userId="S::n01682768@humber.ca::46d120e5-66d6-4923-b232-452e33639f3c" providerId="AD" clId="Web-{7710A560-A205-CCB1-3A89-B73BB4DF1178}" dt="2025-04-12T04:22:47.204" v="47" actId="20577"/>
        <pc:sldMkLst>
          <pc:docMk/>
          <pc:sldMk cId="1920111014" sldId="256"/>
        </pc:sldMkLst>
        <pc:spChg chg="mod">
          <ac:chgData name="Sachita Ghoora" userId="S::n01682768@humber.ca::46d120e5-66d6-4923-b232-452e33639f3c" providerId="AD" clId="Web-{7710A560-A205-CCB1-3A89-B73BB4DF1178}" dt="2025-04-12T04:22:36.813" v="46" actId="20577"/>
          <ac:spMkLst>
            <pc:docMk/>
            <pc:sldMk cId="1920111014" sldId="256"/>
            <ac:spMk id="2" creationId="{00000000-0000-0000-0000-000000000000}"/>
          </ac:spMkLst>
        </pc:spChg>
        <pc:spChg chg="mod">
          <ac:chgData name="Sachita Ghoora" userId="S::n01682768@humber.ca::46d120e5-66d6-4923-b232-452e33639f3c" providerId="AD" clId="Web-{7710A560-A205-CCB1-3A89-B73BB4DF1178}" dt="2025-04-12T04:22:47.204" v="47" actId="20577"/>
          <ac:spMkLst>
            <pc:docMk/>
            <pc:sldMk cId="1920111014" sldId="256"/>
            <ac:spMk id="3" creationId="{00000000-0000-0000-0000-000000000000}"/>
          </ac:spMkLst>
        </pc:spChg>
      </pc:sldChg>
      <pc:sldChg chg="addSp delSp modSp mod ord modClrScheme chgLayout">
        <pc:chgData name="Sachita Ghoora" userId="S::n01682768@humber.ca::46d120e5-66d6-4923-b232-452e33639f3c" providerId="AD" clId="Web-{7710A560-A205-CCB1-3A89-B73BB4DF1178}" dt="2025-04-13T01:23:52.458" v="400" actId="14100"/>
        <pc:sldMkLst>
          <pc:docMk/>
          <pc:sldMk cId="2128536031" sldId="257"/>
        </pc:sldMkLst>
        <pc:spChg chg="add mod ord">
          <ac:chgData name="Sachita Ghoora" userId="S::n01682768@humber.ca::46d120e5-66d6-4923-b232-452e33639f3c" providerId="AD" clId="Web-{7710A560-A205-CCB1-3A89-B73BB4DF1178}" dt="2025-04-13T01:23:52.458" v="400" actId="14100"/>
          <ac:spMkLst>
            <pc:docMk/>
            <pc:sldMk cId="2128536031" sldId="257"/>
            <ac:spMk id="2" creationId="{D938E462-2946-ED01-7F47-108C11A97B51}"/>
          </ac:spMkLst>
        </pc:spChg>
        <pc:spChg chg="mod ord">
          <ac:chgData name="Sachita Ghoora" userId="S::n01682768@humber.ca::46d120e5-66d6-4923-b232-452e33639f3c" providerId="AD" clId="Web-{7710A560-A205-CCB1-3A89-B73BB4DF1178}" dt="2025-04-13T01:20:14.977" v="351" actId="20577"/>
          <ac:spMkLst>
            <pc:docMk/>
            <pc:sldMk cId="2128536031" sldId="257"/>
            <ac:spMk id="13" creationId="{00000000-0000-0000-0000-000000000000}"/>
          </ac:spMkLst>
        </pc:spChg>
        <pc:spChg chg="mod ord">
          <ac:chgData name="Sachita Ghoora" userId="S::n01682768@humber.ca::46d120e5-66d6-4923-b232-452e33639f3c" providerId="AD" clId="Web-{7710A560-A205-CCB1-3A89-B73BB4DF1178}" dt="2025-04-13T01:23:52.458" v="400" actId="14100"/>
          <ac:spMkLst>
            <pc:docMk/>
            <pc:sldMk cId="2128536031" sldId="257"/>
            <ac:spMk id="14" creationId="{00000000-0000-0000-0000-000000000000}"/>
          </ac:spMkLst>
        </pc:spChg>
        <pc:picChg chg="add del mod">
          <ac:chgData name="Sachita Ghoora" userId="S::n01682768@humber.ca::46d120e5-66d6-4923-b232-452e33639f3c" providerId="AD" clId="Web-{7710A560-A205-CCB1-3A89-B73BB4DF1178}" dt="2025-04-13T01:22:58.396" v="389"/>
          <ac:picMkLst>
            <pc:docMk/>
            <pc:sldMk cId="2128536031" sldId="257"/>
            <ac:picMk id="3" creationId="{A30DB45C-F67F-77BD-F6FF-8304031930F9}"/>
          </ac:picMkLst>
        </pc:picChg>
      </pc:sldChg>
      <pc:sldChg chg="addSp delSp modSp mod modClrScheme chgLayout">
        <pc:chgData name="Sachita Ghoora" userId="S::n01682768@humber.ca::46d120e5-66d6-4923-b232-452e33639f3c" providerId="AD" clId="Web-{7710A560-A205-CCB1-3A89-B73BB4DF1178}" dt="2025-04-13T01:47:23.520" v="572"/>
        <pc:sldMkLst>
          <pc:docMk/>
          <pc:sldMk cId="3847750985" sldId="258"/>
        </pc:sldMkLst>
        <pc:spChg chg="del">
          <ac:chgData name="Sachita Ghoora" userId="S::n01682768@humber.ca::46d120e5-66d6-4923-b232-452e33639f3c" providerId="AD" clId="Web-{7710A560-A205-CCB1-3A89-B73BB4DF1178}" dt="2025-04-13T01:46:21.489" v="569"/>
          <ac:spMkLst>
            <pc:docMk/>
            <pc:sldMk cId="3847750985" sldId="258"/>
            <ac:spMk id="2" creationId="{00000000-0000-0000-0000-000000000000}"/>
          </ac:spMkLst>
        </pc:spChg>
        <pc:spChg chg="del">
          <ac:chgData name="Sachita Ghoora" userId="S::n01682768@humber.ca::46d120e5-66d6-4923-b232-452e33639f3c" providerId="AD" clId="Web-{7710A560-A205-CCB1-3A89-B73BB4DF1178}" dt="2025-04-13T01:46:21.489" v="569"/>
          <ac:spMkLst>
            <pc:docMk/>
            <pc:sldMk cId="3847750985" sldId="258"/>
            <ac:spMk id="3" creationId="{00000000-0000-0000-0000-000000000000}"/>
          </ac:spMkLst>
        </pc:spChg>
        <pc:spChg chg="add mod">
          <ac:chgData name="Sachita Ghoora" userId="S::n01682768@humber.ca::46d120e5-66d6-4923-b232-452e33639f3c" providerId="AD" clId="Web-{7710A560-A205-CCB1-3A89-B73BB4DF1178}" dt="2025-04-13T01:46:47.489" v="571"/>
          <ac:spMkLst>
            <pc:docMk/>
            <pc:sldMk cId="3847750985" sldId="258"/>
            <ac:spMk id="8" creationId="{E6C6B2D4-ED2B-5E1B-2F71-29947918EE73}"/>
          </ac:spMkLst>
        </pc:spChg>
        <pc:spChg chg="add del mod">
          <ac:chgData name="Sachita Ghoora" userId="S::n01682768@humber.ca::46d120e5-66d6-4923-b232-452e33639f3c" providerId="AD" clId="Web-{7710A560-A205-CCB1-3A89-B73BB4DF1178}" dt="2025-04-13T01:47:23.520" v="572"/>
          <ac:spMkLst>
            <pc:docMk/>
            <pc:sldMk cId="3847750985" sldId="258"/>
            <ac:spMk id="10" creationId="{AD94BC56-C608-060F-B930-D15363B15BEC}"/>
          </ac:spMkLst>
        </pc:spChg>
        <pc:picChg chg="add mod ord">
          <ac:chgData name="Sachita Ghoora" userId="S::n01682768@humber.ca::46d120e5-66d6-4923-b232-452e33639f3c" providerId="AD" clId="Web-{7710A560-A205-CCB1-3A89-B73BB4DF1178}" dt="2025-04-13T01:47:23.520" v="572"/>
          <ac:picMkLst>
            <pc:docMk/>
            <pc:sldMk cId="3847750985" sldId="258"/>
            <ac:picMk id="4" creationId="{AE9BDC10-A55D-E35D-AB1D-E476E9E29582}"/>
          </ac:picMkLst>
        </pc:picChg>
      </pc:sldChg>
      <pc:sldChg chg="del">
        <pc:chgData name="Sachita Ghoora" userId="S::n01682768@humber.ca::46d120e5-66d6-4923-b232-452e33639f3c" providerId="AD" clId="Web-{7710A560-A205-CCB1-3A89-B73BB4DF1178}" dt="2025-04-13T01:49:33.347" v="575"/>
        <pc:sldMkLst>
          <pc:docMk/>
          <pc:sldMk cId="4135151317" sldId="260"/>
        </pc:sldMkLst>
      </pc:sldChg>
      <pc:sldChg chg="del">
        <pc:chgData name="Sachita Ghoora" userId="S::n01682768@humber.ca::46d120e5-66d6-4923-b232-452e33639f3c" providerId="AD" clId="Web-{7710A560-A205-CCB1-3A89-B73BB4DF1178}" dt="2025-04-13T01:20:06.071" v="349"/>
        <pc:sldMkLst>
          <pc:docMk/>
          <pc:sldMk cId="3965807363" sldId="267"/>
        </pc:sldMkLst>
      </pc:sldChg>
      <pc:sldChg chg="addSp delSp modSp del ord">
        <pc:chgData name="Sachita Ghoora" userId="S::n01682768@humber.ca::46d120e5-66d6-4923-b232-452e33639f3c" providerId="AD" clId="Web-{7710A560-A205-CCB1-3A89-B73BB4DF1178}" dt="2025-04-13T01:49:08.410" v="574"/>
        <pc:sldMkLst>
          <pc:docMk/>
          <pc:sldMk cId="223730991" sldId="268"/>
        </pc:sldMkLst>
        <pc:spChg chg="add del">
          <ac:chgData name="Sachita Ghoora" userId="S::n01682768@humber.ca::46d120e5-66d6-4923-b232-452e33639f3c" providerId="AD" clId="Web-{7710A560-A205-CCB1-3A89-B73BB4DF1178}" dt="2025-04-13T01:39:01.226" v="547"/>
          <ac:spMkLst>
            <pc:docMk/>
            <pc:sldMk cId="223730991" sldId="268"/>
            <ac:spMk id="6" creationId="{1CF1A162-BA0F-31A8-0875-C7E803538140}"/>
          </ac:spMkLst>
        </pc:spChg>
        <pc:graphicFrameChg chg="mod modGraphic">
          <ac:chgData name="Sachita Ghoora" userId="S::n01682768@humber.ca::46d120e5-66d6-4923-b232-452e33639f3c" providerId="AD" clId="Web-{7710A560-A205-CCB1-3A89-B73BB4DF1178}" dt="2025-04-13T01:39:14.664" v="559"/>
          <ac:graphicFrameMkLst>
            <pc:docMk/>
            <pc:sldMk cId="223730991" sldId="268"/>
            <ac:graphicFrameMk id="4" creationId="{00000000-0000-0000-0000-000000000000}"/>
          </ac:graphicFrameMkLst>
        </pc:graphicFrameChg>
      </pc:sldChg>
      <pc:sldChg chg="addSp delSp modSp ord">
        <pc:chgData name="Sachita Ghoora" userId="S::n01682768@humber.ca::46d120e5-66d6-4923-b232-452e33639f3c" providerId="AD" clId="Web-{7710A560-A205-CCB1-3A89-B73BB4DF1178}" dt="2025-04-13T01:17:49.229" v="347"/>
        <pc:sldMkLst>
          <pc:docMk/>
          <pc:sldMk cId="1989555738" sldId="269"/>
        </pc:sldMkLst>
        <pc:spChg chg="mod">
          <ac:chgData name="Sachita Ghoora" userId="S::n01682768@humber.ca::46d120e5-66d6-4923-b232-452e33639f3c" providerId="AD" clId="Web-{7710A560-A205-CCB1-3A89-B73BB4DF1178}" dt="2025-04-12T18:07:38.903" v="282" actId="20577"/>
          <ac:spMkLst>
            <pc:docMk/>
            <pc:sldMk cId="1989555738" sldId="269"/>
            <ac:spMk id="2" creationId="{00000000-0000-0000-0000-000000000000}"/>
          </ac:spMkLst>
        </pc:spChg>
        <pc:spChg chg="del mod">
          <ac:chgData name="Sachita Ghoora" userId="S::n01682768@humber.ca::46d120e5-66d6-4923-b232-452e33639f3c" providerId="AD" clId="Web-{7710A560-A205-CCB1-3A89-B73BB4DF1178}" dt="2025-04-12T18:01:18.377" v="216"/>
          <ac:spMkLst>
            <pc:docMk/>
            <pc:sldMk cId="1989555738" sldId="269"/>
            <ac:spMk id="6" creationId="{00000000-0000-0000-0000-000000000000}"/>
          </ac:spMkLst>
        </pc:spChg>
        <pc:spChg chg="add del mod">
          <ac:chgData name="Sachita Ghoora" userId="S::n01682768@humber.ca::46d120e5-66d6-4923-b232-452e33639f3c" providerId="AD" clId="Web-{7710A560-A205-CCB1-3A89-B73BB4DF1178}" dt="2025-04-12T18:01:38.533" v="217"/>
          <ac:spMkLst>
            <pc:docMk/>
            <pc:sldMk cId="1989555738" sldId="269"/>
            <ac:spMk id="174" creationId="{F62CE3EA-0507-1669-6BB9-F2CA79809C9D}"/>
          </ac:spMkLst>
        </pc:spChg>
        <pc:spChg chg="add del mod">
          <ac:chgData name="Sachita Ghoora" userId="S::n01682768@humber.ca::46d120e5-66d6-4923-b232-452e33639f3c" providerId="AD" clId="Web-{7710A560-A205-CCB1-3A89-B73BB4DF1178}" dt="2025-04-13T01:17:04.620" v="323"/>
          <ac:spMkLst>
            <pc:docMk/>
            <pc:sldMk cId="1989555738" sldId="269"/>
            <ac:spMk id="278" creationId="{964F3264-99B7-CA0A-77E1-3EC238E099F5}"/>
          </ac:spMkLst>
        </pc:spChg>
        <pc:graphicFrameChg chg="add del mod modGraphic">
          <ac:chgData name="Sachita Ghoora" userId="S::n01682768@humber.ca::46d120e5-66d6-4923-b232-452e33639f3c" providerId="AD" clId="Web-{7710A560-A205-CCB1-3A89-B73BB4DF1178}" dt="2025-04-13T01:17:35.682" v="346" actId="14100"/>
          <ac:graphicFrameMkLst>
            <pc:docMk/>
            <pc:sldMk cId="1989555738" sldId="269"/>
            <ac:graphicFrameMk id="4" creationId="{00000000-0000-0000-0000-000000000000}"/>
          </ac:graphicFrameMkLst>
        </pc:graphicFrameChg>
      </pc:sldChg>
      <pc:sldChg chg="addSp delSp modSp add del ord replId">
        <pc:chgData name="Sachita Ghoora" userId="S::n01682768@humber.ca::46d120e5-66d6-4923-b232-452e33639f3c" providerId="AD" clId="Web-{7710A560-A205-CCB1-3A89-B73BB4DF1178}" dt="2025-04-13T01:49:02.176" v="573"/>
        <pc:sldMkLst>
          <pc:docMk/>
          <pc:sldMk cId="2988112457" sldId="270"/>
        </pc:sldMkLst>
        <pc:spChg chg="add del mod">
          <ac:chgData name="Sachita Ghoora" userId="S::n01682768@humber.ca::46d120e5-66d6-4923-b232-452e33639f3c" providerId="AD" clId="Web-{7710A560-A205-CCB1-3A89-B73BB4DF1178}" dt="2025-04-13T01:24:34.411" v="403"/>
          <ac:spMkLst>
            <pc:docMk/>
            <pc:sldMk cId="2988112457" sldId="270"/>
            <ac:spMk id="4" creationId="{F5BA03E4-A77D-B9E5-12CD-76ABD6603C63}"/>
          </ac:spMkLst>
        </pc:spChg>
        <pc:spChg chg="mod">
          <ac:chgData name="Sachita Ghoora" userId="S::n01682768@humber.ca::46d120e5-66d6-4923-b232-452e33639f3c" providerId="AD" clId="Web-{7710A560-A205-CCB1-3A89-B73BB4DF1178}" dt="2025-04-13T01:27:59.330" v="428" actId="20577"/>
          <ac:spMkLst>
            <pc:docMk/>
            <pc:sldMk cId="2988112457" sldId="270"/>
            <ac:spMk id="13" creationId="{63D00C46-2F92-BD67-39F2-BF8AC71DB02C}"/>
          </ac:spMkLst>
        </pc:spChg>
        <pc:spChg chg="del">
          <ac:chgData name="Sachita Ghoora" userId="S::n01682768@humber.ca::46d120e5-66d6-4923-b232-452e33639f3c" providerId="AD" clId="Web-{7710A560-A205-CCB1-3A89-B73BB4DF1178}" dt="2025-04-13T01:24:22.645" v="402"/>
          <ac:spMkLst>
            <pc:docMk/>
            <pc:sldMk cId="2988112457" sldId="270"/>
            <ac:spMk id="14" creationId="{31CA99D4-E655-2D97-6707-B2B3544FC30D}"/>
          </ac:spMkLst>
        </pc:spChg>
        <pc:picChg chg="add del mod">
          <ac:chgData name="Sachita Ghoora" userId="S::n01682768@humber.ca::46d120e5-66d6-4923-b232-452e33639f3c" providerId="AD" clId="Web-{7710A560-A205-CCB1-3A89-B73BB4DF1178}" dt="2025-04-13T01:26:25.987" v="412"/>
          <ac:picMkLst>
            <pc:docMk/>
            <pc:sldMk cId="2988112457" sldId="270"/>
            <ac:picMk id="5" creationId="{702A40A1-1698-EA4B-CDA2-733DA51AB6B9}"/>
          </ac:picMkLst>
        </pc:picChg>
      </pc:sldChg>
      <pc:sldChg chg="addSp delSp modSp new mod modClrScheme chgLayout">
        <pc:chgData name="Sachita Ghoora" userId="S::n01682768@humber.ca::46d120e5-66d6-4923-b232-452e33639f3c" providerId="AD" clId="Web-{7710A560-A205-CCB1-3A89-B73BB4DF1178}" dt="2025-04-13T01:26:08.066" v="411"/>
        <pc:sldMkLst>
          <pc:docMk/>
          <pc:sldMk cId="2266266981" sldId="271"/>
        </pc:sldMkLst>
        <pc:spChg chg="del">
          <ac:chgData name="Sachita Ghoora" userId="S::n01682768@humber.ca::46d120e5-66d6-4923-b232-452e33639f3c" providerId="AD" clId="Web-{7710A560-A205-CCB1-3A89-B73BB4DF1178}" dt="2025-04-13T01:25:52.003" v="410"/>
          <ac:spMkLst>
            <pc:docMk/>
            <pc:sldMk cId="2266266981" sldId="271"/>
            <ac:spMk id="2" creationId="{EE1CEA9A-287E-DE6D-3361-B8CE58D6CA6B}"/>
          </ac:spMkLst>
        </pc:spChg>
        <pc:spChg chg="del">
          <ac:chgData name="Sachita Ghoora" userId="S::n01682768@humber.ca::46d120e5-66d6-4923-b232-452e33639f3c" providerId="AD" clId="Web-{7710A560-A205-CCB1-3A89-B73BB4DF1178}" dt="2025-04-13T01:25:52.003" v="410"/>
          <ac:spMkLst>
            <pc:docMk/>
            <pc:sldMk cId="2266266981" sldId="271"/>
            <ac:spMk id="3" creationId="{4A6D8BDF-781E-947A-2D68-56479DD97F2C}"/>
          </ac:spMkLst>
        </pc:spChg>
        <pc:spChg chg="del">
          <ac:chgData name="Sachita Ghoora" userId="S::n01682768@humber.ca::46d120e5-66d6-4923-b232-452e33639f3c" providerId="AD" clId="Web-{7710A560-A205-CCB1-3A89-B73BB4DF1178}" dt="2025-04-13T01:25:52.003" v="410"/>
          <ac:spMkLst>
            <pc:docMk/>
            <pc:sldMk cId="2266266981" sldId="271"/>
            <ac:spMk id="4" creationId="{854A3602-7F6A-1DBE-1DBC-EEBB860763C2}"/>
          </ac:spMkLst>
        </pc:spChg>
        <pc:picChg chg="add mod">
          <ac:chgData name="Sachita Ghoora" userId="S::n01682768@humber.ca::46d120e5-66d6-4923-b232-452e33639f3c" providerId="AD" clId="Web-{7710A560-A205-CCB1-3A89-B73BB4DF1178}" dt="2025-04-13T01:26:08.066" v="411"/>
          <ac:picMkLst>
            <pc:docMk/>
            <pc:sldMk cId="2266266981" sldId="271"/>
            <ac:picMk id="5" creationId="{BBB3C632-CED7-6E9B-9871-E5D9A5787947}"/>
          </ac:picMkLst>
        </pc:picChg>
      </pc:sldChg>
      <pc:sldChg chg="addSp delSp modSp add del ord replId">
        <pc:chgData name="Sachita Ghoora" userId="S::n01682768@humber.ca::46d120e5-66d6-4923-b232-452e33639f3c" providerId="AD" clId="Web-{7710A560-A205-CCB1-3A89-B73BB4DF1178}" dt="2025-04-13T01:36:10.864" v="537"/>
        <pc:sldMkLst>
          <pc:docMk/>
          <pc:sldMk cId="4220144350" sldId="272"/>
        </pc:sldMkLst>
        <pc:picChg chg="add mod">
          <ac:chgData name="Sachita Ghoora" userId="S::n01682768@humber.ca::46d120e5-66d6-4923-b232-452e33639f3c" providerId="AD" clId="Web-{7710A560-A205-CCB1-3A89-B73BB4DF1178}" dt="2025-04-13T01:29:17.188" v="431"/>
          <ac:picMkLst>
            <pc:docMk/>
            <pc:sldMk cId="4220144350" sldId="272"/>
            <ac:picMk id="2" creationId="{C00C5929-782F-D8E7-7F4A-58AA061FD4C5}"/>
          </ac:picMkLst>
        </pc:picChg>
        <pc:picChg chg="del">
          <ac:chgData name="Sachita Ghoora" userId="S::n01682768@humber.ca::46d120e5-66d6-4923-b232-452e33639f3c" providerId="AD" clId="Web-{7710A560-A205-CCB1-3A89-B73BB4DF1178}" dt="2025-04-13T01:29:15.438" v="430"/>
          <ac:picMkLst>
            <pc:docMk/>
            <pc:sldMk cId="4220144350" sldId="272"/>
            <ac:picMk id="5" creationId="{7718E97B-DD09-AF07-152A-074D63087E32}"/>
          </ac:picMkLst>
        </pc:picChg>
      </pc:sldChg>
      <pc:sldChg chg="modSp add ord replId">
        <pc:chgData name="Sachita Ghoora" userId="S::n01682768@humber.ca::46d120e5-66d6-4923-b232-452e33639f3c" providerId="AD" clId="Web-{7710A560-A205-CCB1-3A89-B73BB4DF1178}" dt="2025-04-13T01:35:48.348" v="533" actId="20577"/>
        <pc:sldMkLst>
          <pc:docMk/>
          <pc:sldMk cId="1111134091" sldId="273"/>
        </pc:sldMkLst>
        <pc:spChg chg="mod">
          <ac:chgData name="Sachita Ghoora" userId="S::n01682768@humber.ca::46d120e5-66d6-4923-b232-452e33639f3c" providerId="AD" clId="Web-{7710A560-A205-CCB1-3A89-B73BB4DF1178}" dt="2025-04-13T01:35:44.614" v="532" actId="20577"/>
          <ac:spMkLst>
            <pc:docMk/>
            <pc:sldMk cId="1111134091" sldId="273"/>
            <ac:spMk id="2" creationId="{A65CD741-3BD1-F9BA-9B42-D92F2D91E7DA}"/>
          </ac:spMkLst>
        </pc:spChg>
        <pc:spChg chg="mod">
          <ac:chgData name="Sachita Ghoora" userId="S::n01682768@humber.ca::46d120e5-66d6-4923-b232-452e33639f3c" providerId="AD" clId="Web-{7710A560-A205-CCB1-3A89-B73BB4DF1178}" dt="2025-04-13T01:33:31.943" v="463" actId="20577"/>
          <ac:spMkLst>
            <pc:docMk/>
            <pc:sldMk cId="1111134091" sldId="273"/>
            <ac:spMk id="13" creationId="{7EFF6D6F-3889-EF2B-A3C7-BD64DE0BC4C6}"/>
          </ac:spMkLst>
        </pc:spChg>
        <pc:spChg chg="mod">
          <ac:chgData name="Sachita Ghoora" userId="S::n01682768@humber.ca::46d120e5-66d6-4923-b232-452e33639f3c" providerId="AD" clId="Web-{7710A560-A205-CCB1-3A89-B73BB4DF1178}" dt="2025-04-13T01:35:48.348" v="533" actId="20577"/>
          <ac:spMkLst>
            <pc:docMk/>
            <pc:sldMk cId="1111134091" sldId="273"/>
            <ac:spMk id="14" creationId="{A5BB7503-CB4B-5CAF-EF3B-FBCE81839E18}"/>
          </ac:spMkLst>
        </pc:spChg>
      </pc:sldChg>
      <pc:sldChg chg="addSp delSp modSp add replId">
        <pc:chgData name="Sachita Ghoora" userId="S::n01682768@humber.ca::46d120e5-66d6-4923-b232-452e33639f3c" providerId="AD" clId="Web-{7710A560-A205-CCB1-3A89-B73BB4DF1178}" dt="2025-04-13T01:40:24.023" v="566" actId="14100"/>
        <pc:sldMkLst>
          <pc:docMk/>
          <pc:sldMk cId="3689999622" sldId="274"/>
        </pc:sldMkLst>
        <pc:spChg chg="mod">
          <ac:chgData name="Sachita Ghoora" userId="S::n01682768@humber.ca::46d120e5-66d6-4923-b232-452e33639f3c" providerId="AD" clId="Web-{7710A560-A205-CCB1-3A89-B73BB4DF1178}" dt="2025-04-13T01:37:30.805" v="541" actId="14100"/>
          <ac:spMkLst>
            <pc:docMk/>
            <pc:sldMk cId="3689999622" sldId="274"/>
            <ac:spMk id="2" creationId="{4CB4A2FA-B5AD-2DC5-A6D2-2A5104DB5428}"/>
          </ac:spMkLst>
        </pc:spChg>
        <pc:spChg chg="add del">
          <ac:chgData name="Sachita Ghoora" userId="S::n01682768@humber.ca::46d120e5-66d6-4923-b232-452e33639f3c" providerId="AD" clId="Web-{7710A560-A205-CCB1-3A89-B73BB4DF1178}" dt="2025-04-13T01:38:39.805" v="543"/>
          <ac:spMkLst>
            <pc:docMk/>
            <pc:sldMk cId="3689999622" sldId="274"/>
            <ac:spMk id="4" creationId="{FCEEDD4D-EDE6-1F0D-D3D0-0E5EE8012470}"/>
          </ac:spMkLst>
        </pc:spChg>
        <pc:spChg chg="add del">
          <ac:chgData name="Sachita Ghoora" userId="S::n01682768@humber.ca::46d120e5-66d6-4923-b232-452e33639f3c" providerId="AD" clId="Web-{7710A560-A205-CCB1-3A89-B73BB4DF1178}" dt="2025-04-13T01:38:46.867" v="545"/>
          <ac:spMkLst>
            <pc:docMk/>
            <pc:sldMk cId="3689999622" sldId="274"/>
            <ac:spMk id="6" creationId="{9A42D59F-5B0E-8905-418D-5D09DA55F2A7}"/>
          </ac:spMkLst>
        </pc:spChg>
        <pc:spChg chg="add del">
          <ac:chgData name="Sachita Ghoora" userId="S::n01682768@humber.ca::46d120e5-66d6-4923-b232-452e33639f3c" providerId="AD" clId="Web-{7710A560-A205-CCB1-3A89-B73BB4DF1178}" dt="2025-04-13T01:39:54.288" v="561"/>
          <ac:spMkLst>
            <pc:docMk/>
            <pc:sldMk cId="3689999622" sldId="274"/>
            <ac:spMk id="8" creationId="{C2B5FD7E-0BFB-CC3B-1BE8-E60FE5968BEB}"/>
          </ac:spMkLst>
        </pc:spChg>
        <pc:spChg chg="mod">
          <ac:chgData name="Sachita Ghoora" userId="S::n01682768@humber.ca::46d120e5-66d6-4923-b232-452e33639f3c" providerId="AD" clId="Web-{7710A560-A205-CCB1-3A89-B73BB4DF1178}" dt="2025-04-13T01:34:17.818" v="466" actId="20577"/>
          <ac:spMkLst>
            <pc:docMk/>
            <pc:sldMk cId="3689999622" sldId="274"/>
            <ac:spMk id="13" creationId="{8898B38C-1D81-0663-D62A-9E25E3725794}"/>
          </ac:spMkLst>
        </pc:spChg>
        <pc:spChg chg="mod">
          <ac:chgData name="Sachita Ghoora" userId="S::n01682768@humber.ca::46d120e5-66d6-4923-b232-452e33639f3c" providerId="AD" clId="Web-{7710A560-A205-CCB1-3A89-B73BB4DF1178}" dt="2025-04-13T01:37:30.805" v="541" actId="14100"/>
          <ac:spMkLst>
            <pc:docMk/>
            <pc:sldMk cId="3689999622" sldId="274"/>
            <ac:spMk id="14" creationId="{76C17132-3CED-5994-9F6C-282F79EC15D6}"/>
          </ac:spMkLst>
        </pc:spChg>
        <pc:picChg chg="add mod">
          <ac:chgData name="Sachita Ghoora" userId="S::n01682768@humber.ca::46d120e5-66d6-4923-b232-452e33639f3c" providerId="AD" clId="Web-{7710A560-A205-CCB1-3A89-B73BB4DF1178}" dt="2025-04-13T01:40:24.023" v="566" actId="14100"/>
          <ac:picMkLst>
            <pc:docMk/>
            <pc:sldMk cId="3689999622" sldId="274"/>
            <ac:picMk id="9" creationId="{672A0DAE-2CF7-667A-2243-EADA3728837A}"/>
          </ac:picMkLst>
        </pc:picChg>
      </pc:sldChg>
      <pc:sldChg chg="addSp delSp modSp add ord replId">
        <pc:chgData name="Sachita Ghoora" userId="S::n01682768@humber.ca::46d120e5-66d6-4923-b232-452e33639f3c" providerId="AD" clId="Web-{7710A560-A205-CCB1-3A89-B73BB4DF1178}" dt="2025-04-13T01:41:54.038" v="568"/>
        <pc:sldMkLst>
          <pc:docMk/>
          <pc:sldMk cId="3334957020" sldId="275"/>
        </pc:sldMkLst>
        <pc:picChg chg="del">
          <ac:chgData name="Sachita Ghoora" userId="S::n01682768@humber.ca::46d120e5-66d6-4923-b232-452e33639f3c" providerId="AD" clId="Web-{7710A560-A205-CCB1-3A89-B73BB4DF1178}" dt="2025-04-13T01:41:52.694" v="567"/>
          <ac:picMkLst>
            <pc:docMk/>
            <pc:sldMk cId="3334957020" sldId="275"/>
            <ac:picMk id="2" creationId="{0829F575-C9C4-8859-B5A6-B36108390A8B}"/>
          </ac:picMkLst>
        </pc:picChg>
        <pc:picChg chg="add mod">
          <ac:chgData name="Sachita Ghoora" userId="S::n01682768@humber.ca::46d120e5-66d6-4923-b232-452e33639f3c" providerId="AD" clId="Web-{7710A560-A205-CCB1-3A89-B73BB4DF1178}" dt="2025-04-13T01:41:54.038" v="568"/>
          <ac:picMkLst>
            <pc:docMk/>
            <pc:sldMk cId="3334957020" sldId="275"/>
            <ac:picMk id="3" creationId="{356B3BA0-A336-ACEE-24EF-D81D398F30F8}"/>
          </ac:picMkLst>
        </pc:picChg>
      </pc:sldChg>
    </pc:docChg>
  </pc:docChgLst>
  <pc:docChgLst>
    <pc:chgData name="Sachita Ghoora" userId="S::n01682768@humber.ca::46d120e5-66d6-4923-b232-452e33639f3c" providerId="AD" clId="Web-{F5BD7E81-54DC-B36D-015D-F9101C1D3173}"/>
    <pc:docChg chg="modSld">
      <pc:chgData name="Sachita Ghoora" userId="S::n01682768@humber.ca::46d120e5-66d6-4923-b232-452e33639f3c" providerId="AD" clId="Web-{F5BD7E81-54DC-B36D-015D-F9101C1D3173}" dt="2025-04-09T21:07:28.783" v="68" actId="20577"/>
      <pc:docMkLst>
        <pc:docMk/>
      </pc:docMkLst>
      <pc:sldChg chg="modSp">
        <pc:chgData name="Sachita Ghoora" userId="S::n01682768@humber.ca::46d120e5-66d6-4923-b232-452e33639f3c" providerId="AD" clId="Web-{F5BD7E81-54DC-B36D-015D-F9101C1D3173}" dt="2025-04-09T21:06:44.235" v="62" actId="20577"/>
        <pc:sldMkLst>
          <pc:docMk/>
          <pc:sldMk cId="1920111014" sldId="256"/>
        </pc:sldMkLst>
        <pc:spChg chg="mod">
          <ac:chgData name="Sachita Ghoora" userId="S::n01682768@humber.ca::46d120e5-66d6-4923-b232-452e33639f3c" providerId="AD" clId="Web-{F5BD7E81-54DC-B36D-015D-F9101C1D3173}" dt="2025-04-09T21:04:40.294" v="8" actId="1076"/>
          <ac:spMkLst>
            <pc:docMk/>
            <pc:sldMk cId="1920111014" sldId="256"/>
            <ac:spMk id="2" creationId="{00000000-0000-0000-0000-000000000000}"/>
          </ac:spMkLst>
        </pc:spChg>
        <pc:spChg chg="mod">
          <ac:chgData name="Sachita Ghoora" userId="S::n01682768@humber.ca::46d120e5-66d6-4923-b232-452e33639f3c" providerId="AD" clId="Web-{F5BD7E81-54DC-B36D-015D-F9101C1D3173}" dt="2025-04-09T21:06:44.235" v="62" actId="20577"/>
          <ac:spMkLst>
            <pc:docMk/>
            <pc:sldMk cId="1920111014" sldId="256"/>
            <ac:spMk id="3" creationId="{00000000-0000-0000-0000-000000000000}"/>
          </ac:spMkLst>
        </pc:spChg>
      </pc:sldChg>
      <pc:sldChg chg="modSp">
        <pc:chgData name="Sachita Ghoora" userId="S::n01682768@humber.ca::46d120e5-66d6-4923-b232-452e33639f3c" providerId="AD" clId="Web-{F5BD7E81-54DC-B36D-015D-F9101C1D3173}" dt="2025-04-09T21:07:28.783" v="68" actId="20577"/>
        <pc:sldMkLst>
          <pc:docMk/>
          <pc:sldMk cId="2128536031" sldId="257"/>
        </pc:sldMkLst>
        <pc:spChg chg="mod">
          <ac:chgData name="Sachita Ghoora" userId="S::n01682768@humber.ca::46d120e5-66d6-4923-b232-452e33639f3c" providerId="AD" clId="Web-{F5BD7E81-54DC-B36D-015D-F9101C1D3173}" dt="2025-04-09T21:07:28.783" v="68" actId="20577"/>
          <ac:spMkLst>
            <pc:docMk/>
            <pc:sldMk cId="2128536031" sldId="257"/>
            <ac:spMk id="13" creationId="{00000000-0000-0000-0000-000000000000}"/>
          </ac:spMkLst>
        </pc:spChg>
      </pc:sldChg>
    </pc:docChg>
  </pc:docChgLst>
  <pc:docChgLst>
    <pc:chgData name="Sachita Ghoora" userId="S::n01682768@humber.ca::46d120e5-66d6-4923-b232-452e33639f3c" providerId="AD" clId="Web-{107E311A-6D20-29C0-E985-44B07AB66B23}"/>
    <pc:docChg chg="modSld">
      <pc:chgData name="Sachita Ghoora" userId="S::n01682768@humber.ca::46d120e5-66d6-4923-b232-452e33639f3c" providerId="AD" clId="Web-{107E311A-6D20-29C0-E985-44B07AB66B23}" dt="2025-04-13T18:48:10.308" v="4" actId="20577"/>
      <pc:docMkLst>
        <pc:docMk/>
      </pc:docMkLst>
      <pc:sldChg chg="modSp">
        <pc:chgData name="Sachita Ghoora" userId="S::n01682768@humber.ca::46d120e5-66d6-4923-b232-452e33639f3c" providerId="AD" clId="Web-{107E311A-6D20-29C0-E985-44B07AB66B23}" dt="2025-04-13T18:48:10.308" v="4" actId="20577"/>
        <pc:sldMkLst>
          <pc:docMk/>
          <pc:sldMk cId="3689999622" sldId="274"/>
        </pc:sldMkLst>
        <pc:spChg chg="mod">
          <ac:chgData name="Sachita Ghoora" userId="S::n01682768@humber.ca::46d120e5-66d6-4923-b232-452e33639f3c" providerId="AD" clId="Web-{107E311A-6D20-29C0-E985-44B07AB66B23}" dt="2025-04-13T18:48:10.308" v="4" actId="20577"/>
          <ac:spMkLst>
            <pc:docMk/>
            <pc:sldMk cId="3689999622" sldId="274"/>
            <ac:spMk id="14" creationId="{76C17132-3CED-5994-9F6C-282F79EC15D6}"/>
          </ac:spMkLst>
        </pc:spChg>
      </pc:sldChg>
    </pc:docChg>
  </pc:docChgLst>
  <pc:docChgLst>
    <pc:chgData name="Sachita Ghoora" userId="S::n01682768@humber.ca::46d120e5-66d6-4923-b232-452e33639f3c" providerId="AD" clId="Web-{26783830-4AC1-E0A4-1A5B-17E4E325AEDF}"/>
    <pc:docChg chg="addSld delSld modSld">
      <pc:chgData name="Sachita Ghoora" userId="S::n01682768@humber.ca::46d120e5-66d6-4923-b232-452e33639f3c" providerId="AD" clId="Web-{26783830-4AC1-E0A4-1A5B-17E4E325AEDF}" dt="2025-04-14T02:57:19.796" v="301" actId="20577"/>
      <pc:docMkLst>
        <pc:docMk/>
      </pc:docMkLst>
      <pc:sldChg chg="del">
        <pc:chgData name="Sachita Ghoora" userId="S::n01682768@humber.ca::46d120e5-66d6-4923-b232-452e33639f3c" providerId="AD" clId="Web-{26783830-4AC1-E0A4-1A5B-17E4E325AEDF}" dt="2025-04-14T02:17:40.909" v="141"/>
        <pc:sldMkLst>
          <pc:docMk/>
          <pc:sldMk cId="2128536031" sldId="257"/>
        </pc:sldMkLst>
      </pc:sldChg>
      <pc:sldChg chg="addSp modSp">
        <pc:chgData name="Sachita Ghoora" userId="S::n01682768@humber.ca::46d120e5-66d6-4923-b232-452e33639f3c" providerId="AD" clId="Web-{26783830-4AC1-E0A4-1A5B-17E4E325AEDF}" dt="2025-04-14T02:53:27.005" v="295" actId="20577"/>
        <pc:sldMkLst>
          <pc:docMk/>
          <pc:sldMk cId="2215894925" sldId="261"/>
        </pc:sldMkLst>
        <pc:spChg chg="mod">
          <ac:chgData name="Sachita Ghoora" userId="S::n01682768@humber.ca::46d120e5-66d6-4923-b232-452e33639f3c" providerId="AD" clId="Web-{26783830-4AC1-E0A4-1A5B-17E4E325AEDF}" dt="2025-04-14T02:53:27.005" v="295" actId="20577"/>
          <ac:spMkLst>
            <pc:docMk/>
            <pc:sldMk cId="2215894925" sldId="261"/>
            <ac:spMk id="2" creationId="{00000000-0000-0000-0000-000000000000}"/>
          </ac:spMkLst>
        </pc:spChg>
        <pc:picChg chg="add mod">
          <ac:chgData name="Sachita Ghoora" userId="S::n01682768@humber.ca::46d120e5-66d6-4923-b232-452e33639f3c" providerId="AD" clId="Web-{26783830-4AC1-E0A4-1A5B-17E4E325AEDF}" dt="2025-04-14T02:50:37.580" v="293" actId="1076"/>
          <ac:picMkLst>
            <pc:docMk/>
            <pc:sldMk cId="2215894925" sldId="261"/>
            <ac:picMk id="3" creationId="{393C5292-4663-9E77-A5A6-B733B5265D8F}"/>
          </ac:picMkLst>
        </pc:picChg>
      </pc:sldChg>
      <pc:sldChg chg="del">
        <pc:chgData name="Sachita Ghoora" userId="S::n01682768@humber.ca::46d120e5-66d6-4923-b232-452e33639f3c" providerId="AD" clId="Web-{26783830-4AC1-E0A4-1A5B-17E4E325AEDF}" dt="2025-04-14T02:35:35.066" v="228"/>
        <pc:sldMkLst>
          <pc:docMk/>
          <pc:sldMk cId="465021443" sldId="262"/>
        </pc:sldMkLst>
      </pc:sldChg>
      <pc:sldChg chg="del">
        <pc:chgData name="Sachita Ghoora" userId="S::n01682768@humber.ca::46d120e5-66d6-4923-b232-452e33639f3c" providerId="AD" clId="Web-{26783830-4AC1-E0A4-1A5B-17E4E325AEDF}" dt="2025-04-14T02:35:31.113" v="227"/>
        <pc:sldMkLst>
          <pc:docMk/>
          <pc:sldMk cId="1797304117" sldId="263"/>
        </pc:sldMkLst>
      </pc:sldChg>
      <pc:sldChg chg="addSp delSp modSp del">
        <pc:chgData name="Sachita Ghoora" userId="S::n01682768@humber.ca::46d120e5-66d6-4923-b232-452e33639f3c" providerId="AD" clId="Web-{26783830-4AC1-E0A4-1A5B-17E4E325AEDF}" dt="2025-04-14T02:35:27.082" v="226"/>
        <pc:sldMkLst>
          <pc:docMk/>
          <pc:sldMk cId="1160959328" sldId="266"/>
        </pc:sldMkLst>
        <pc:spChg chg="mod">
          <ac:chgData name="Sachita Ghoora" userId="S::n01682768@humber.ca::46d120e5-66d6-4923-b232-452e33639f3c" providerId="AD" clId="Web-{26783830-4AC1-E0A4-1A5B-17E4E325AEDF}" dt="2025-04-14T02:30:55.609" v="216" actId="20577"/>
          <ac:spMkLst>
            <pc:docMk/>
            <pc:sldMk cId="1160959328" sldId="266"/>
            <ac:spMk id="2" creationId="{00000000-0000-0000-0000-000000000000}"/>
          </ac:spMkLst>
        </pc:spChg>
        <pc:spChg chg="del">
          <ac:chgData name="Sachita Ghoora" userId="S::n01682768@humber.ca::46d120e5-66d6-4923-b232-452e33639f3c" providerId="AD" clId="Web-{26783830-4AC1-E0A4-1A5B-17E4E325AEDF}" dt="2025-04-14T02:34:33.550" v="218"/>
          <ac:spMkLst>
            <pc:docMk/>
            <pc:sldMk cId="1160959328" sldId="266"/>
            <ac:spMk id="4" creationId="{00000000-0000-0000-0000-000000000000}"/>
          </ac:spMkLst>
        </pc:spChg>
        <pc:spChg chg="del">
          <ac:chgData name="Sachita Ghoora" userId="S::n01682768@humber.ca::46d120e5-66d6-4923-b232-452e33639f3c" providerId="AD" clId="Web-{26783830-4AC1-E0A4-1A5B-17E4E325AEDF}" dt="2025-04-14T02:30:56.609" v="217"/>
          <ac:spMkLst>
            <pc:docMk/>
            <pc:sldMk cId="1160959328" sldId="266"/>
            <ac:spMk id="6" creationId="{00000000-0000-0000-0000-000000000000}"/>
          </ac:spMkLst>
        </pc:spChg>
        <pc:picChg chg="add mod">
          <ac:chgData name="Sachita Ghoora" userId="S::n01682768@humber.ca::46d120e5-66d6-4923-b232-452e33639f3c" providerId="AD" clId="Web-{26783830-4AC1-E0A4-1A5B-17E4E325AEDF}" dt="2025-04-14T02:34:52.675" v="222" actId="14100"/>
          <ac:picMkLst>
            <pc:docMk/>
            <pc:sldMk cId="1160959328" sldId="266"/>
            <ac:picMk id="3" creationId="{22EEE168-18CE-34B3-3BED-C01B99941555}"/>
          </ac:picMkLst>
        </pc:picChg>
      </pc:sldChg>
      <pc:sldChg chg="del">
        <pc:chgData name="Sachita Ghoora" userId="S::n01682768@humber.ca::46d120e5-66d6-4923-b232-452e33639f3c" providerId="AD" clId="Web-{26783830-4AC1-E0A4-1A5B-17E4E325AEDF}" dt="2025-04-14T02:01:42.988" v="106"/>
        <pc:sldMkLst>
          <pc:docMk/>
          <pc:sldMk cId="2266266981" sldId="271"/>
        </pc:sldMkLst>
      </pc:sldChg>
      <pc:sldChg chg="del">
        <pc:chgData name="Sachita Ghoora" userId="S::n01682768@humber.ca::46d120e5-66d6-4923-b232-452e33639f3c" providerId="AD" clId="Web-{26783830-4AC1-E0A4-1A5B-17E4E325AEDF}" dt="2025-04-14T02:48:41.328" v="284"/>
        <pc:sldMkLst>
          <pc:docMk/>
          <pc:sldMk cId="4220144350" sldId="272"/>
        </pc:sldMkLst>
      </pc:sldChg>
      <pc:sldChg chg="addSp delSp modSp">
        <pc:chgData name="Sachita Ghoora" userId="S::n01682768@humber.ca::46d120e5-66d6-4923-b232-452e33639f3c" providerId="AD" clId="Web-{26783830-4AC1-E0A4-1A5B-17E4E325AEDF}" dt="2025-04-14T02:46:29.873" v="270" actId="20577"/>
        <pc:sldMkLst>
          <pc:docMk/>
          <pc:sldMk cId="1111134091" sldId="273"/>
        </pc:sldMkLst>
        <pc:spChg chg="mod">
          <ac:chgData name="Sachita Ghoora" userId="S::n01682768@humber.ca::46d120e5-66d6-4923-b232-452e33639f3c" providerId="AD" clId="Web-{26783830-4AC1-E0A4-1A5B-17E4E325AEDF}" dt="2025-04-14T02:46:29.873" v="270" actId="20577"/>
          <ac:spMkLst>
            <pc:docMk/>
            <pc:sldMk cId="1111134091" sldId="273"/>
            <ac:spMk id="13" creationId="{7EFF6D6F-3889-EF2B-A3C7-BD64DE0BC4C6}"/>
          </ac:spMkLst>
        </pc:spChg>
        <pc:spChg chg="mod">
          <ac:chgData name="Sachita Ghoora" userId="S::n01682768@humber.ca::46d120e5-66d6-4923-b232-452e33639f3c" providerId="AD" clId="Web-{26783830-4AC1-E0A4-1A5B-17E4E325AEDF}" dt="2025-04-14T02:39:52.055" v="231" actId="20577"/>
          <ac:spMkLst>
            <pc:docMk/>
            <pc:sldMk cId="1111134091" sldId="273"/>
            <ac:spMk id="14" creationId="{A5BB7503-CB4B-5CAF-EF3B-FBCE81839E18}"/>
          </ac:spMkLst>
        </pc:spChg>
        <pc:picChg chg="add del mod">
          <ac:chgData name="Sachita Ghoora" userId="S::n01682768@humber.ca::46d120e5-66d6-4923-b232-452e33639f3c" providerId="AD" clId="Web-{26783830-4AC1-E0A4-1A5B-17E4E325AEDF}" dt="2025-04-14T02:43:08.964" v="245"/>
          <ac:picMkLst>
            <pc:docMk/>
            <pc:sldMk cId="1111134091" sldId="273"/>
            <ac:picMk id="3" creationId="{6B51CCFC-E185-3F61-67A3-A94400028D7E}"/>
          </ac:picMkLst>
        </pc:picChg>
        <pc:picChg chg="add mod">
          <ac:chgData name="Sachita Ghoora" userId="S::n01682768@humber.ca::46d120e5-66d6-4923-b232-452e33639f3c" providerId="AD" clId="Web-{26783830-4AC1-E0A4-1A5B-17E4E325AEDF}" dt="2025-04-14T02:43:37.152" v="253" actId="14100"/>
          <ac:picMkLst>
            <pc:docMk/>
            <pc:sldMk cId="1111134091" sldId="273"/>
            <ac:picMk id="4" creationId="{A8C31625-ADF6-D03C-7244-3C9860E64504}"/>
          </ac:picMkLst>
        </pc:picChg>
      </pc:sldChg>
      <pc:sldChg chg="modSp del">
        <pc:chgData name="Sachita Ghoora" userId="S::n01682768@humber.ca::46d120e5-66d6-4923-b232-452e33639f3c" providerId="AD" clId="Web-{26783830-4AC1-E0A4-1A5B-17E4E325AEDF}" dt="2025-04-14T02:49:41.970" v="290"/>
        <pc:sldMkLst>
          <pc:docMk/>
          <pc:sldMk cId="3689999622" sldId="274"/>
        </pc:sldMkLst>
        <pc:spChg chg="mod">
          <ac:chgData name="Sachita Ghoora" userId="S::n01682768@humber.ca::46d120e5-66d6-4923-b232-452e33639f3c" providerId="AD" clId="Web-{26783830-4AC1-E0A4-1A5B-17E4E325AEDF}" dt="2025-04-14T02:29:59.358" v="206" actId="20577"/>
          <ac:spMkLst>
            <pc:docMk/>
            <pc:sldMk cId="3689999622" sldId="274"/>
            <ac:spMk id="14" creationId="{76C17132-3CED-5994-9F6C-282F79EC15D6}"/>
          </ac:spMkLst>
        </pc:spChg>
      </pc:sldChg>
      <pc:sldChg chg="del">
        <pc:chgData name="Sachita Ghoora" userId="S::n01682768@humber.ca::46d120e5-66d6-4923-b232-452e33639f3c" providerId="AD" clId="Web-{26783830-4AC1-E0A4-1A5B-17E4E325AEDF}" dt="2025-04-14T02:23:58.759" v="174"/>
        <pc:sldMkLst>
          <pc:docMk/>
          <pc:sldMk cId="3334957020" sldId="275"/>
        </pc:sldMkLst>
      </pc:sldChg>
      <pc:sldChg chg="new del">
        <pc:chgData name="Sachita Ghoora" userId="S::n01682768@humber.ca::46d120e5-66d6-4923-b232-452e33639f3c" providerId="AD" clId="Web-{26783830-4AC1-E0A4-1A5B-17E4E325AEDF}" dt="2025-04-14T01:37:31.138" v="1"/>
        <pc:sldMkLst>
          <pc:docMk/>
          <pc:sldMk cId="2153349921" sldId="276"/>
        </pc:sldMkLst>
      </pc:sldChg>
      <pc:sldChg chg="addSp delSp modSp add replId">
        <pc:chgData name="Sachita Ghoora" userId="S::n01682768@humber.ca::46d120e5-66d6-4923-b232-452e33639f3c" providerId="AD" clId="Web-{26783830-4AC1-E0A4-1A5B-17E4E325AEDF}" dt="2025-04-14T02:17:32.706" v="140" actId="20577"/>
        <pc:sldMkLst>
          <pc:docMk/>
          <pc:sldMk cId="3494646630" sldId="276"/>
        </pc:sldMkLst>
        <pc:spChg chg="mod">
          <ac:chgData name="Sachita Ghoora" userId="S::n01682768@humber.ca::46d120e5-66d6-4923-b232-452e33639f3c" providerId="AD" clId="Web-{26783830-4AC1-E0A4-1A5B-17E4E325AEDF}" dt="2025-04-14T02:17:32.706" v="140" actId="20577"/>
          <ac:spMkLst>
            <pc:docMk/>
            <pc:sldMk cId="3494646630" sldId="276"/>
            <ac:spMk id="13" creationId="{51D1A8B5-EF8F-E8E3-9E0D-34FC221E0852}"/>
          </ac:spMkLst>
        </pc:spChg>
        <pc:spChg chg="mod">
          <ac:chgData name="Sachita Ghoora" userId="S::n01682768@humber.ca::46d120e5-66d6-4923-b232-452e33639f3c" providerId="AD" clId="Web-{26783830-4AC1-E0A4-1A5B-17E4E325AEDF}" dt="2025-04-14T01:37:56.310" v="12" actId="20577"/>
          <ac:spMkLst>
            <pc:docMk/>
            <pc:sldMk cId="3494646630" sldId="276"/>
            <ac:spMk id="14" creationId="{E7F0CCC0-1779-95C5-1BDB-10977B02761D}"/>
          </ac:spMkLst>
        </pc:spChg>
        <pc:picChg chg="add del mod">
          <ac:chgData name="Sachita Ghoora" userId="S::n01682768@humber.ca::46d120e5-66d6-4923-b232-452e33639f3c" providerId="AD" clId="Web-{26783830-4AC1-E0A4-1A5B-17E4E325AEDF}" dt="2025-04-14T01:38:06.576" v="15"/>
          <ac:picMkLst>
            <pc:docMk/>
            <pc:sldMk cId="3494646630" sldId="276"/>
            <ac:picMk id="3" creationId="{3A75BBA9-A741-BE72-E35D-4DBFCB81B2C9}"/>
          </ac:picMkLst>
        </pc:picChg>
        <pc:picChg chg="add del mod">
          <ac:chgData name="Sachita Ghoora" userId="S::n01682768@humber.ca::46d120e5-66d6-4923-b232-452e33639f3c" providerId="AD" clId="Web-{26783830-4AC1-E0A4-1A5B-17E4E325AEDF}" dt="2025-04-14T01:56:21.436" v="83"/>
          <ac:picMkLst>
            <pc:docMk/>
            <pc:sldMk cId="3494646630" sldId="276"/>
            <ac:picMk id="4" creationId="{78558769-C134-4387-FFE3-EBE168150741}"/>
          </ac:picMkLst>
        </pc:picChg>
        <pc:picChg chg="add mod">
          <ac:chgData name="Sachita Ghoora" userId="S::n01682768@humber.ca::46d120e5-66d6-4923-b232-452e33639f3c" providerId="AD" clId="Web-{26783830-4AC1-E0A4-1A5B-17E4E325AEDF}" dt="2025-04-14T01:56:43.890" v="87" actId="14100"/>
          <ac:picMkLst>
            <pc:docMk/>
            <pc:sldMk cId="3494646630" sldId="276"/>
            <ac:picMk id="5" creationId="{468F629B-EDAA-2655-ACFD-698847F85C5C}"/>
          </ac:picMkLst>
        </pc:picChg>
      </pc:sldChg>
      <pc:sldChg chg="addSp delSp modSp add replId">
        <pc:chgData name="Sachita Ghoora" userId="S::n01682768@humber.ca::46d120e5-66d6-4923-b232-452e33639f3c" providerId="AD" clId="Web-{26783830-4AC1-E0A4-1A5B-17E4E325AEDF}" dt="2025-04-14T01:42:05.470" v="54" actId="20577"/>
        <pc:sldMkLst>
          <pc:docMk/>
          <pc:sldMk cId="222906707" sldId="277"/>
        </pc:sldMkLst>
        <pc:spChg chg="mod">
          <ac:chgData name="Sachita Ghoora" userId="S::n01682768@humber.ca::46d120e5-66d6-4923-b232-452e33639f3c" providerId="AD" clId="Web-{26783830-4AC1-E0A4-1A5B-17E4E325AEDF}" dt="2025-04-14T01:42:05.470" v="54" actId="20577"/>
          <ac:spMkLst>
            <pc:docMk/>
            <pc:sldMk cId="222906707" sldId="277"/>
            <ac:spMk id="13" creationId="{6B4A254A-C265-D7CE-F5E5-02B870414200}"/>
          </ac:spMkLst>
        </pc:spChg>
        <pc:picChg chg="add mod">
          <ac:chgData name="Sachita Ghoora" userId="S::n01682768@humber.ca::46d120e5-66d6-4923-b232-452e33639f3c" providerId="AD" clId="Web-{26783830-4AC1-E0A4-1A5B-17E4E325AEDF}" dt="2025-04-14T01:41:39.017" v="49" actId="14100"/>
          <ac:picMkLst>
            <pc:docMk/>
            <pc:sldMk cId="222906707" sldId="277"/>
            <ac:picMk id="3" creationId="{6B51940F-A1A9-EBE4-B1A0-67DC83B42806}"/>
          </ac:picMkLst>
        </pc:picChg>
        <pc:picChg chg="del">
          <ac:chgData name="Sachita Ghoora" userId="S::n01682768@humber.ca::46d120e5-66d6-4923-b232-452e33639f3c" providerId="AD" clId="Web-{26783830-4AC1-E0A4-1A5B-17E4E325AEDF}" dt="2025-04-14T01:41:13.641" v="42"/>
          <ac:picMkLst>
            <pc:docMk/>
            <pc:sldMk cId="222906707" sldId="277"/>
            <ac:picMk id="4" creationId="{2AFB761B-9AA2-FA4B-29D4-DC4B9B485018}"/>
          </ac:picMkLst>
        </pc:picChg>
      </pc:sldChg>
      <pc:sldChg chg="addSp delSp modSp add replId">
        <pc:chgData name="Sachita Ghoora" userId="S::n01682768@humber.ca::46d120e5-66d6-4923-b232-452e33639f3c" providerId="AD" clId="Web-{26783830-4AC1-E0A4-1A5B-17E4E325AEDF}" dt="2025-04-14T01:57:14.703" v="92" actId="20577"/>
        <pc:sldMkLst>
          <pc:docMk/>
          <pc:sldMk cId="636181657" sldId="278"/>
        </pc:sldMkLst>
        <pc:spChg chg="mod">
          <ac:chgData name="Sachita Ghoora" userId="S::n01682768@humber.ca::46d120e5-66d6-4923-b232-452e33639f3c" providerId="AD" clId="Web-{26783830-4AC1-E0A4-1A5B-17E4E325AEDF}" dt="2025-04-14T01:57:14.703" v="92" actId="20577"/>
          <ac:spMkLst>
            <pc:docMk/>
            <pc:sldMk cId="636181657" sldId="278"/>
            <ac:spMk id="13" creationId="{C3217C60-1C33-EA19-600A-D383BC3FB542}"/>
          </ac:spMkLst>
        </pc:spChg>
        <pc:picChg chg="del">
          <ac:chgData name="Sachita Ghoora" userId="S::n01682768@humber.ca::46d120e5-66d6-4923-b232-452e33639f3c" providerId="AD" clId="Web-{26783830-4AC1-E0A4-1A5B-17E4E325AEDF}" dt="2025-04-14T01:52:46.886" v="63"/>
          <ac:picMkLst>
            <pc:docMk/>
            <pc:sldMk cId="636181657" sldId="278"/>
            <ac:picMk id="3" creationId="{B065A0DA-315C-CAFA-6F12-18A12FBB8523}"/>
          </ac:picMkLst>
        </pc:picChg>
        <pc:picChg chg="add mod">
          <ac:chgData name="Sachita Ghoora" userId="S::n01682768@humber.ca::46d120e5-66d6-4923-b232-452e33639f3c" providerId="AD" clId="Web-{26783830-4AC1-E0A4-1A5B-17E4E325AEDF}" dt="2025-04-14T01:53:07.668" v="68" actId="14100"/>
          <ac:picMkLst>
            <pc:docMk/>
            <pc:sldMk cId="636181657" sldId="278"/>
            <ac:picMk id="4" creationId="{3868872A-D304-3985-37FA-F280414FFEF9}"/>
          </ac:picMkLst>
        </pc:picChg>
      </pc:sldChg>
      <pc:sldChg chg="modSp add replId">
        <pc:chgData name="Sachita Ghoora" userId="S::n01682768@humber.ca::46d120e5-66d6-4923-b232-452e33639f3c" providerId="AD" clId="Web-{26783830-4AC1-E0A4-1A5B-17E4E325AEDF}" dt="2025-04-14T02:18:22.644" v="150" actId="20577"/>
        <pc:sldMkLst>
          <pc:docMk/>
          <pc:sldMk cId="2714132051" sldId="279"/>
        </pc:sldMkLst>
        <pc:spChg chg="mod">
          <ac:chgData name="Sachita Ghoora" userId="S::n01682768@humber.ca::46d120e5-66d6-4923-b232-452e33639f3c" providerId="AD" clId="Web-{26783830-4AC1-E0A4-1A5B-17E4E325AEDF}" dt="2025-04-14T02:18:22.644" v="150" actId="20577"/>
          <ac:spMkLst>
            <pc:docMk/>
            <pc:sldMk cId="2714132051" sldId="279"/>
            <ac:spMk id="13" creationId="{4739DFB8-4934-8186-8D67-BCFFC07B8F8F}"/>
          </ac:spMkLst>
        </pc:spChg>
      </pc:sldChg>
      <pc:sldChg chg="addSp delSp modSp add replId">
        <pc:chgData name="Sachita Ghoora" userId="S::n01682768@humber.ca::46d120e5-66d6-4923-b232-452e33639f3c" providerId="AD" clId="Web-{26783830-4AC1-E0A4-1A5B-17E4E325AEDF}" dt="2025-04-14T02:00:47.487" v="101" actId="14100"/>
        <pc:sldMkLst>
          <pc:docMk/>
          <pc:sldMk cId="740580164" sldId="280"/>
        </pc:sldMkLst>
        <pc:spChg chg="mod">
          <ac:chgData name="Sachita Ghoora" userId="S::n01682768@humber.ca::46d120e5-66d6-4923-b232-452e33639f3c" providerId="AD" clId="Web-{26783830-4AC1-E0A4-1A5B-17E4E325AEDF}" dt="2025-04-14T01:57:50.844" v="97" actId="20577"/>
          <ac:spMkLst>
            <pc:docMk/>
            <pc:sldMk cId="740580164" sldId="280"/>
            <ac:spMk id="13" creationId="{5805B31C-4976-CE99-58AD-C52EEC65B577}"/>
          </ac:spMkLst>
        </pc:spChg>
        <pc:picChg chg="add mod">
          <ac:chgData name="Sachita Ghoora" userId="S::n01682768@humber.ca::46d120e5-66d6-4923-b232-452e33639f3c" providerId="AD" clId="Web-{26783830-4AC1-E0A4-1A5B-17E4E325AEDF}" dt="2025-04-14T02:00:47.487" v="101" actId="14100"/>
          <ac:picMkLst>
            <pc:docMk/>
            <pc:sldMk cId="740580164" sldId="280"/>
            <ac:picMk id="3" creationId="{14A229B7-DEEB-4B7A-A67B-D54248EAC726}"/>
          </ac:picMkLst>
        </pc:picChg>
        <pc:picChg chg="del">
          <ac:chgData name="Sachita Ghoora" userId="S::n01682768@humber.ca::46d120e5-66d6-4923-b232-452e33639f3c" providerId="AD" clId="Web-{26783830-4AC1-E0A4-1A5B-17E4E325AEDF}" dt="2025-04-14T01:57:53.782" v="98"/>
          <ac:picMkLst>
            <pc:docMk/>
            <pc:sldMk cId="740580164" sldId="280"/>
            <ac:picMk id="4" creationId="{C28F8291-56E7-920D-E169-6B0B77ED4516}"/>
          </ac:picMkLst>
        </pc:picChg>
      </pc:sldChg>
      <pc:sldChg chg="addSp delSp modSp add replId">
        <pc:chgData name="Sachita Ghoora" userId="S::n01682768@humber.ca::46d120e5-66d6-4923-b232-452e33639f3c" providerId="AD" clId="Web-{26783830-4AC1-E0A4-1A5B-17E4E325AEDF}" dt="2025-04-14T02:57:19.796" v="301" actId="20577"/>
        <pc:sldMkLst>
          <pc:docMk/>
          <pc:sldMk cId="3263178525" sldId="281"/>
        </pc:sldMkLst>
        <pc:spChg chg="mod">
          <ac:chgData name="Sachita Ghoora" userId="S::n01682768@humber.ca::46d120e5-66d6-4923-b232-452e33639f3c" providerId="AD" clId="Web-{26783830-4AC1-E0A4-1A5B-17E4E325AEDF}" dt="2025-04-14T02:57:19.796" v="301" actId="20577"/>
          <ac:spMkLst>
            <pc:docMk/>
            <pc:sldMk cId="3263178525" sldId="281"/>
            <ac:spMk id="2" creationId="{2B5A51F9-32DC-FF0C-DBA6-3CBEEBB0C9C2}"/>
          </ac:spMkLst>
        </pc:spChg>
        <pc:spChg chg="add del mod">
          <ac:chgData name="Sachita Ghoora" userId="S::n01682768@humber.ca::46d120e5-66d6-4923-b232-452e33639f3c" providerId="AD" clId="Web-{26783830-4AC1-E0A4-1A5B-17E4E325AEDF}" dt="2025-04-14T02:16:20.111" v="131"/>
          <ac:spMkLst>
            <pc:docMk/>
            <pc:sldMk cId="3263178525" sldId="281"/>
            <ac:spMk id="10" creationId="{727625FF-29FB-C12A-F644-839D41949027}"/>
          </ac:spMkLst>
        </pc:spChg>
        <pc:spChg chg="add del mod">
          <ac:chgData name="Sachita Ghoora" userId="S::n01682768@humber.ca::46d120e5-66d6-4923-b232-452e33639f3c" providerId="AD" clId="Web-{26783830-4AC1-E0A4-1A5B-17E4E325AEDF}" dt="2025-04-14T02:19:17.176" v="158"/>
          <ac:spMkLst>
            <pc:docMk/>
            <pc:sldMk cId="3263178525" sldId="281"/>
            <ac:spMk id="11" creationId="{9C0E0D7F-E24B-B9E2-7876-DB079055CCD2}"/>
          </ac:spMkLst>
        </pc:spChg>
        <pc:graphicFrameChg chg="del">
          <ac:chgData name="Sachita Ghoora" userId="S::n01682768@humber.ca::46d120e5-66d6-4923-b232-452e33639f3c" providerId="AD" clId="Web-{26783830-4AC1-E0A4-1A5B-17E4E325AEDF}" dt="2025-04-14T02:16:09.439" v="129"/>
          <ac:graphicFrameMkLst>
            <pc:docMk/>
            <pc:sldMk cId="3263178525" sldId="281"/>
            <ac:graphicFrameMk id="4" creationId="{6FD891DB-9198-29DB-3279-1F5243501C82}"/>
          </ac:graphicFrameMkLst>
        </pc:graphicFrameChg>
        <pc:picChg chg="add mod">
          <ac:chgData name="Sachita Ghoora" userId="S::n01682768@humber.ca::46d120e5-66d6-4923-b232-452e33639f3c" providerId="AD" clId="Web-{26783830-4AC1-E0A4-1A5B-17E4E325AEDF}" dt="2025-04-14T02:19:44.286" v="160" actId="1076"/>
          <ac:picMkLst>
            <pc:docMk/>
            <pc:sldMk cId="3263178525" sldId="281"/>
            <ac:picMk id="12" creationId="{286C094C-38C2-4E66-D815-14E3B4C4CAE7}"/>
          </ac:picMkLst>
        </pc:picChg>
        <pc:picChg chg="add mod">
          <ac:chgData name="Sachita Ghoora" userId="S::n01682768@humber.ca::46d120e5-66d6-4923-b232-452e33639f3c" providerId="AD" clId="Web-{26783830-4AC1-E0A4-1A5B-17E4E325AEDF}" dt="2025-04-14T02:23:42.321" v="173" actId="14100"/>
          <ac:picMkLst>
            <pc:docMk/>
            <pc:sldMk cId="3263178525" sldId="281"/>
            <ac:picMk id="13" creationId="{956C147C-7429-89D0-22CE-4106E25D7564}"/>
          </ac:picMkLst>
        </pc:picChg>
      </pc:sldChg>
      <pc:sldChg chg="addSp delSp modSp add replId">
        <pc:chgData name="Sachita Ghoora" userId="S::n01682768@humber.ca::46d120e5-66d6-4923-b232-452e33639f3c" providerId="AD" clId="Web-{26783830-4AC1-E0A4-1A5B-17E4E325AEDF}" dt="2025-04-14T02:57:02.092" v="298" actId="20577"/>
        <pc:sldMkLst>
          <pc:docMk/>
          <pc:sldMk cId="1345803928" sldId="282"/>
        </pc:sldMkLst>
        <pc:spChg chg="mod">
          <ac:chgData name="Sachita Ghoora" userId="S::n01682768@humber.ca::46d120e5-66d6-4923-b232-452e33639f3c" providerId="AD" clId="Web-{26783830-4AC1-E0A4-1A5B-17E4E325AEDF}" dt="2025-04-14T02:57:02.092" v="298" actId="20577"/>
          <ac:spMkLst>
            <pc:docMk/>
            <pc:sldMk cId="1345803928" sldId="282"/>
            <ac:spMk id="2" creationId="{22C73E5B-0CEF-E7EC-2B39-4E8C7A62557B}"/>
          </ac:spMkLst>
        </pc:spChg>
        <pc:picChg chg="add mod">
          <ac:chgData name="Sachita Ghoora" userId="S::n01682768@humber.ca::46d120e5-66d6-4923-b232-452e33639f3c" providerId="AD" clId="Web-{26783830-4AC1-E0A4-1A5B-17E4E325AEDF}" dt="2025-04-14T02:29:27.951" v="204" actId="14100"/>
          <ac:picMkLst>
            <pc:docMk/>
            <pc:sldMk cId="1345803928" sldId="282"/>
            <ac:picMk id="3" creationId="{F4903F6D-59D3-47A8-0D97-B42B7320C72E}"/>
          </ac:picMkLst>
        </pc:picChg>
        <pc:picChg chg="add mod">
          <ac:chgData name="Sachita Ghoora" userId="S::n01682768@humber.ca::46d120e5-66d6-4923-b232-452e33639f3c" providerId="AD" clId="Web-{26783830-4AC1-E0A4-1A5B-17E4E325AEDF}" dt="2025-04-14T02:29:22.670" v="203" actId="1076"/>
          <ac:picMkLst>
            <pc:docMk/>
            <pc:sldMk cId="1345803928" sldId="282"/>
            <ac:picMk id="4" creationId="{18992B11-369F-F493-0184-6E5F5F5243B7}"/>
          </ac:picMkLst>
        </pc:picChg>
        <pc:picChg chg="del">
          <ac:chgData name="Sachita Ghoora" userId="S::n01682768@humber.ca::46d120e5-66d6-4923-b232-452e33639f3c" providerId="AD" clId="Web-{26783830-4AC1-E0A4-1A5B-17E4E325AEDF}" dt="2025-04-14T02:26:50.230" v="191"/>
          <ac:picMkLst>
            <pc:docMk/>
            <pc:sldMk cId="1345803928" sldId="282"/>
            <ac:picMk id="12" creationId="{444F72FC-9975-E3ED-5AFC-75E7FEE6A564}"/>
          </ac:picMkLst>
        </pc:picChg>
        <pc:picChg chg="del">
          <ac:chgData name="Sachita Ghoora" userId="S::n01682768@humber.ca::46d120e5-66d6-4923-b232-452e33639f3c" providerId="AD" clId="Web-{26783830-4AC1-E0A4-1A5B-17E4E325AEDF}" dt="2025-04-14T02:29:13.435" v="200"/>
          <ac:picMkLst>
            <pc:docMk/>
            <pc:sldMk cId="1345803928" sldId="282"/>
            <ac:picMk id="13" creationId="{EDDA6A63-C7B9-1680-DD79-DA51A88AACFA}"/>
          </ac:picMkLst>
        </pc:picChg>
      </pc:sldChg>
      <pc:sldChg chg="addSp delSp modSp add replId">
        <pc:chgData name="Sachita Ghoora" userId="S::n01682768@humber.ca::46d120e5-66d6-4923-b232-452e33639f3c" providerId="AD" clId="Web-{26783830-4AC1-E0A4-1A5B-17E4E325AEDF}" dt="2025-04-14T02:46:41.452" v="273" actId="20577"/>
        <pc:sldMkLst>
          <pc:docMk/>
          <pc:sldMk cId="266179299" sldId="283"/>
        </pc:sldMkLst>
        <pc:spChg chg="mod">
          <ac:chgData name="Sachita Ghoora" userId="S::n01682768@humber.ca::46d120e5-66d6-4923-b232-452e33639f3c" providerId="AD" clId="Web-{26783830-4AC1-E0A4-1A5B-17E4E325AEDF}" dt="2025-04-14T02:46:41.452" v="273" actId="20577"/>
          <ac:spMkLst>
            <pc:docMk/>
            <pc:sldMk cId="266179299" sldId="283"/>
            <ac:spMk id="13" creationId="{0FC97E00-A661-C697-327E-95DF32F61C0D}"/>
          </ac:spMkLst>
        </pc:spChg>
        <pc:picChg chg="add mod">
          <ac:chgData name="Sachita Ghoora" userId="S::n01682768@humber.ca::46d120e5-66d6-4923-b232-452e33639f3c" providerId="AD" clId="Web-{26783830-4AC1-E0A4-1A5B-17E4E325AEDF}" dt="2025-04-14T02:45:35.747" v="265" actId="14100"/>
          <ac:picMkLst>
            <pc:docMk/>
            <pc:sldMk cId="266179299" sldId="283"/>
            <ac:picMk id="3" creationId="{0D390FB9-B34D-0E97-D724-BBC94AB07177}"/>
          </ac:picMkLst>
        </pc:picChg>
        <pc:picChg chg="del">
          <ac:chgData name="Sachita Ghoora" userId="S::n01682768@humber.ca::46d120e5-66d6-4923-b232-452e33639f3c" providerId="AD" clId="Web-{26783830-4AC1-E0A4-1A5B-17E4E325AEDF}" dt="2025-04-14T02:45:21.825" v="260"/>
          <ac:picMkLst>
            <pc:docMk/>
            <pc:sldMk cId="266179299" sldId="283"/>
            <ac:picMk id="4" creationId="{5B4A0033-C8E6-8762-DDA4-DA5AAE7D37DD}"/>
          </ac:picMkLst>
        </pc:picChg>
      </pc:sldChg>
      <pc:sldChg chg="addSp delSp modSp add replId">
        <pc:chgData name="Sachita Ghoora" userId="S::n01682768@humber.ca::46d120e5-66d6-4923-b232-452e33639f3c" providerId="AD" clId="Web-{26783830-4AC1-E0A4-1A5B-17E4E325AEDF}" dt="2025-04-14T02:50:11.502" v="291" actId="14100"/>
        <pc:sldMkLst>
          <pc:docMk/>
          <pc:sldMk cId="3444600633" sldId="284"/>
        </pc:sldMkLst>
        <pc:spChg chg="mod">
          <ac:chgData name="Sachita Ghoora" userId="S::n01682768@humber.ca::46d120e5-66d6-4923-b232-452e33639f3c" providerId="AD" clId="Web-{26783830-4AC1-E0A4-1A5B-17E4E325AEDF}" dt="2025-04-14T02:47:04.374" v="279"/>
          <ac:spMkLst>
            <pc:docMk/>
            <pc:sldMk cId="3444600633" sldId="284"/>
            <ac:spMk id="13" creationId="{3AA84DAF-4A26-607C-09DE-6738F4602263}"/>
          </ac:spMkLst>
        </pc:spChg>
        <pc:picChg chg="del">
          <ac:chgData name="Sachita Ghoora" userId="S::n01682768@humber.ca::46d120e5-66d6-4923-b232-452e33639f3c" providerId="AD" clId="Web-{26783830-4AC1-E0A4-1A5B-17E4E325AEDF}" dt="2025-04-14T02:48:04.656" v="280"/>
          <ac:picMkLst>
            <pc:docMk/>
            <pc:sldMk cId="3444600633" sldId="284"/>
            <ac:picMk id="3" creationId="{3C8DC68A-8D5E-F53A-33B7-047AC9DAC281}"/>
          </ac:picMkLst>
        </pc:picChg>
        <pc:picChg chg="add mod">
          <ac:chgData name="Sachita Ghoora" userId="S::n01682768@humber.ca::46d120e5-66d6-4923-b232-452e33639f3c" providerId="AD" clId="Web-{26783830-4AC1-E0A4-1A5B-17E4E325AEDF}" dt="2025-04-14T02:50:11.502" v="291" actId="14100"/>
          <ac:picMkLst>
            <pc:docMk/>
            <pc:sldMk cId="3444600633" sldId="284"/>
            <ac:picMk id="4" creationId="{7C2C721C-C21E-AD78-8274-69AB4A7CB15E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0119837-5B71-4D44-BB01-DB0B084933C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77D14C5-CED9-4CFC-B338-DFB0C8090B9F}">
      <dgm:prSet phldrT="[Text]" phldr="0"/>
      <dgm:spPr/>
      <dgm:t>
        <a:bodyPr/>
        <a:lstStyle/>
        <a:p>
          <a:pPr rtl="0"/>
          <a:r>
            <a:rPr lang="en-US">
              <a:latin typeface="Consolas"/>
            </a:rPr>
            <a:t>Technical Stack of the project</a:t>
          </a:r>
          <a:endParaRPr lang="en-US"/>
        </a:p>
      </dgm:t>
    </dgm:pt>
    <dgm:pt modelId="{92DFCBC7-BC14-4697-8ECD-BF0D5B1EDA3B}" type="parTrans" cxnId="{7D461F02-AB37-447A-AC6B-D31C4D2EC6A9}">
      <dgm:prSet/>
      <dgm:spPr/>
      <dgm:t>
        <a:bodyPr/>
        <a:lstStyle/>
        <a:p>
          <a:endParaRPr lang="en-US"/>
        </a:p>
      </dgm:t>
    </dgm:pt>
    <dgm:pt modelId="{87E3C0DB-7BEE-424E-8E11-B838D238D595}" type="sibTrans" cxnId="{7D461F02-AB37-447A-AC6B-D31C4D2EC6A9}">
      <dgm:prSet/>
      <dgm:spPr/>
      <dgm:t>
        <a:bodyPr/>
        <a:lstStyle/>
        <a:p>
          <a:endParaRPr lang="en-US"/>
        </a:p>
      </dgm:t>
    </dgm:pt>
    <dgm:pt modelId="{C111C18A-FD96-4E63-821A-54D70D8DC65F}">
      <dgm:prSet phldrT="[Text]"/>
      <dgm:spPr/>
      <dgm:t>
        <a:bodyPr/>
        <a:lstStyle/>
        <a:p>
          <a:pPr rtl="0"/>
          <a:r>
            <a:rPr lang="en-US" b="1">
              <a:solidFill>
                <a:srgbClr val="FFFFFF"/>
              </a:solidFill>
              <a:latin typeface="Consolas"/>
            </a:rPr>
            <a:t>Frontend :</a:t>
          </a:r>
          <a:r>
            <a:rPr lang="en-US">
              <a:solidFill>
                <a:srgbClr val="FFFFFF"/>
              </a:solidFill>
              <a:latin typeface="Consolas"/>
            </a:rPr>
            <a:t> HTML5 ;CSS3(Flexbox/Grid) ;JavaScript</a:t>
          </a:r>
          <a:endParaRPr lang="en-US">
            <a:solidFill>
              <a:srgbClr val="FFFFFF"/>
            </a:solidFill>
          </a:endParaRPr>
        </a:p>
      </dgm:t>
    </dgm:pt>
    <dgm:pt modelId="{83BE74EF-FAB4-45A2-BBED-7CD5259AB210}" type="parTrans" cxnId="{FFD8B471-C98F-4DB5-8DE3-2AB7E896ADD5}">
      <dgm:prSet/>
      <dgm:spPr/>
      <dgm:t>
        <a:bodyPr/>
        <a:lstStyle/>
        <a:p>
          <a:endParaRPr lang="en-US"/>
        </a:p>
      </dgm:t>
    </dgm:pt>
    <dgm:pt modelId="{B4F34DE2-2DAE-4F88-8C78-BD8892EBF4FF}" type="sibTrans" cxnId="{FFD8B471-C98F-4DB5-8DE3-2AB7E896ADD5}">
      <dgm:prSet/>
      <dgm:spPr/>
      <dgm:t>
        <a:bodyPr/>
        <a:lstStyle/>
        <a:p>
          <a:endParaRPr lang="en-US"/>
        </a:p>
      </dgm:t>
    </dgm:pt>
    <dgm:pt modelId="{33EAD35F-38F2-4CB7-9A6D-B04FFD8A51FD}">
      <dgm:prSet phldrT="[Text]"/>
      <dgm:spPr/>
      <dgm:t>
        <a:bodyPr/>
        <a:lstStyle/>
        <a:p>
          <a:pPr rtl="0"/>
          <a:r>
            <a:rPr lang="en-US" b="1">
              <a:latin typeface="Consolas"/>
            </a:rPr>
            <a:t>Design </a:t>
          </a:r>
          <a:r>
            <a:rPr lang="en-US">
              <a:latin typeface="Consolas"/>
            </a:rPr>
            <a:t>: Customized System/ </a:t>
          </a:r>
          <a:r>
            <a:rPr lang="en-US">
              <a:solidFill>
                <a:srgbClr val="FFFFFF"/>
              </a:solidFill>
              <a:latin typeface="Consolas"/>
            </a:rPr>
            <a:t>SVG Animations</a:t>
          </a:r>
        </a:p>
      </dgm:t>
    </dgm:pt>
    <dgm:pt modelId="{81FE7DB1-4BFC-4407-80A9-E5514E94C61D}" type="parTrans" cxnId="{FAC3D40F-8E66-452D-9CA4-C2871F2D10EF}">
      <dgm:prSet/>
      <dgm:spPr/>
      <dgm:t>
        <a:bodyPr/>
        <a:lstStyle/>
        <a:p>
          <a:endParaRPr lang="en-US"/>
        </a:p>
      </dgm:t>
    </dgm:pt>
    <dgm:pt modelId="{4B66B839-1910-459B-92B2-14846EBA7A70}" type="sibTrans" cxnId="{FAC3D40F-8E66-452D-9CA4-C2871F2D10EF}">
      <dgm:prSet/>
      <dgm:spPr/>
      <dgm:t>
        <a:bodyPr/>
        <a:lstStyle/>
        <a:p>
          <a:endParaRPr lang="en-US"/>
        </a:p>
      </dgm:t>
    </dgm:pt>
    <dgm:pt modelId="{3C67E77D-62FA-499D-B5E6-E79A091C5267}">
      <dgm:prSet phldrT="[Text]" phldr="0"/>
      <dgm:spPr/>
      <dgm:t>
        <a:bodyPr/>
        <a:lstStyle/>
        <a:p>
          <a:pPr rtl="0"/>
          <a:r>
            <a:rPr lang="en-US">
              <a:latin typeface="Consolas"/>
            </a:rPr>
            <a:t>Key features</a:t>
          </a:r>
          <a:endParaRPr lang="en-US"/>
        </a:p>
      </dgm:t>
    </dgm:pt>
    <dgm:pt modelId="{5337D229-E330-4525-B0FA-14EC5A80604A}" type="parTrans" cxnId="{32AA6160-4426-4C4D-93AE-E2F474E37AD9}">
      <dgm:prSet/>
      <dgm:spPr/>
      <dgm:t>
        <a:bodyPr/>
        <a:lstStyle/>
        <a:p>
          <a:endParaRPr lang="en-US"/>
        </a:p>
      </dgm:t>
    </dgm:pt>
    <dgm:pt modelId="{C056AC5D-B04E-4376-A1CB-3EAB7BE5AF5B}" type="sibTrans" cxnId="{32AA6160-4426-4C4D-93AE-E2F474E37AD9}">
      <dgm:prSet/>
      <dgm:spPr/>
      <dgm:t>
        <a:bodyPr/>
        <a:lstStyle/>
        <a:p>
          <a:endParaRPr lang="en-US"/>
        </a:p>
      </dgm:t>
    </dgm:pt>
    <dgm:pt modelId="{D6510970-8F9C-4B45-A0F3-6ACB9AA76D40}">
      <dgm:prSet phldrT="[Text]" phldr="0"/>
      <dgm:spPr/>
      <dgm:t>
        <a:bodyPr/>
        <a:lstStyle/>
        <a:p>
          <a:pPr rtl="0"/>
          <a:r>
            <a:rPr lang="en-US">
              <a:solidFill>
                <a:srgbClr val="FFFFFF"/>
              </a:solidFill>
              <a:latin typeface="Corbel"/>
            </a:rPr>
            <a:t>1.2s Average Load Time</a:t>
          </a:r>
          <a:endParaRPr lang="en-US"/>
        </a:p>
      </dgm:t>
    </dgm:pt>
    <dgm:pt modelId="{7A9FC291-2B6A-4475-8B09-917F9F09E3AB}" type="parTrans" cxnId="{C6E7222A-5F84-456A-9806-D51868FAF8A9}">
      <dgm:prSet/>
      <dgm:spPr/>
      <dgm:t>
        <a:bodyPr/>
        <a:lstStyle/>
        <a:p>
          <a:endParaRPr lang="en-US"/>
        </a:p>
      </dgm:t>
    </dgm:pt>
    <dgm:pt modelId="{4B87F32C-3630-48F2-9114-4262C0BEEA9E}" type="sibTrans" cxnId="{C6E7222A-5F84-456A-9806-D51868FAF8A9}">
      <dgm:prSet/>
      <dgm:spPr/>
      <dgm:t>
        <a:bodyPr/>
        <a:lstStyle/>
        <a:p>
          <a:endParaRPr lang="en-US"/>
        </a:p>
      </dgm:t>
    </dgm:pt>
    <dgm:pt modelId="{709ED9DC-E391-4C6C-B788-93F1C2EFB6FD}">
      <dgm:prSet phldrT="[Text]" phldr="0"/>
      <dgm:spPr/>
      <dgm:t>
        <a:bodyPr/>
        <a:lstStyle/>
        <a:p>
          <a:pPr rtl="0"/>
          <a:r>
            <a:rPr lang="en-US">
              <a:solidFill>
                <a:srgbClr val="FFFFFF"/>
              </a:solidFill>
              <a:latin typeface="Corbel"/>
            </a:rPr>
            <a:t>Interactive Components</a:t>
          </a:r>
          <a:endParaRPr lang="en-US"/>
        </a:p>
      </dgm:t>
    </dgm:pt>
    <dgm:pt modelId="{B5FA6CF0-E0A0-46A0-93C9-B722B31A8A9C}" type="parTrans" cxnId="{78E3C3B3-FD19-41A6-A9CC-BB3375A6FF81}">
      <dgm:prSet/>
      <dgm:spPr/>
      <dgm:t>
        <a:bodyPr/>
        <a:lstStyle/>
        <a:p>
          <a:endParaRPr lang="en-US"/>
        </a:p>
      </dgm:t>
    </dgm:pt>
    <dgm:pt modelId="{F3C03C29-D7FF-4D61-8D75-8B75B2F589EC}" type="sibTrans" cxnId="{78E3C3B3-FD19-41A6-A9CC-BB3375A6FF81}">
      <dgm:prSet/>
      <dgm:spPr/>
      <dgm:t>
        <a:bodyPr/>
        <a:lstStyle/>
        <a:p>
          <a:endParaRPr lang="en-US"/>
        </a:p>
      </dgm:t>
    </dgm:pt>
    <dgm:pt modelId="{C005BFD9-6DAB-4242-8309-EEA36ADAA500}">
      <dgm:prSet phldr="0"/>
      <dgm:spPr/>
      <dgm:t>
        <a:bodyPr/>
        <a:lstStyle/>
        <a:p>
          <a:pPr rtl="0"/>
          <a:r>
            <a:rPr lang="en-US" b="1">
              <a:solidFill>
                <a:srgbClr val="FFFFFF"/>
              </a:solidFill>
              <a:latin typeface="Consolas"/>
            </a:rPr>
            <a:t>Performance :</a:t>
          </a:r>
          <a:r>
            <a:rPr lang="en-US" b="0">
              <a:latin typeface="Consolas"/>
            </a:rPr>
            <a:t> </a:t>
          </a:r>
          <a:r>
            <a:rPr lang="en-US" b="0">
              <a:solidFill>
                <a:srgbClr val="FFFFFF"/>
              </a:solidFill>
              <a:latin typeface="Consolas"/>
            </a:rPr>
            <a:t>CSS Hardware Acceleration</a:t>
          </a:r>
          <a:endParaRPr lang="en-US"/>
        </a:p>
      </dgm:t>
    </dgm:pt>
    <dgm:pt modelId="{6B61433F-1086-41EA-A2AE-04F407966350}" type="parTrans" cxnId="{59801619-6C56-494A-A2CE-618E0B1DF5D5}">
      <dgm:prSet/>
      <dgm:spPr/>
    </dgm:pt>
    <dgm:pt modelId="{C6303000-8BC1-4E5B-880F-CC29496ABB33}" type="sibTrans" cxnId="{59801619-6C56-494A-A2CE-618E0B1DF5D5}">
      <dgm:prSet/>
      <dgm:spPr/>
    </dgm:pt>
    <dgm:pt modelId="{46796BB9-CCB6-4BFC-828C-F300383880B8}">
      <dgm:prSet phldr="0"/>
      <dgm:spPr/>
      <dgm:t>
        <a:bodyPr/>
        <a:lstStyle/>
        <a:p>
          <a:pPr rtl="0"/>
          <a:r>
            <a:rPr lang="en-US">
              <a:solidFill>
                <a:srgbClr val="FFFFFF"/>
              </a:solidFill>
              <a:latin typeface="Corbel"/>
            </a:rPr>
            <a:t>Dynamic Image Gallery with Keyboard Navigation</a:t>
          </a:r>
          <a:endParaRPr lang="en-US">
            <a:latin typeface="Corbel"/>
          </a:endParaRPr>
        </a:p>
      </dgm:t>
    </dgm:pt>
    <dgm:pt modelId="{8BF6A263-31BC-486F-9A9F-7D8B54580845}" type="parTrans" cxnId="{97E5EE35-5C40-4258-885E-AA004A3ED855}">
      <dgm:prSet/>
      <dgm:spPr/>
    </dgm:pt>
    <dgm:pt modelId="{B9DFBD20-12BF-4F8D-A864-9AD79AF81B2B}" type="sibTrans" cxnId="{97E5EE35-5C40-4258-885E-AA004A3ED855}">
      <dgm:prSet/>
      <dgm:spPr/>
    </dgm:pt>
    <dgm:pt modelId="{D64C2F77-5213-4297-A3C4-5B2AB06CF233}">
      <dgm:prSet phldr="0"/>
      <dgm:spPr/>
      <dgm:t>
        <a:bodyPr/>
        <a:lstStyle/>
        <a:p>
          <a:pPr rtl="0"/>
          <a:r>
            <a:rPr lang="en-US">
              <a:solidFill>
                <a:srgbClr val="FFFFFF"/>
              </a:solidFill>
              <a:latin typeface="Corbel"/>
            </a:rPr>
            <a:t>Scroll-Triggered Animations</a:t>
          </a:r>
          <a:endParaRPr lang="en-US">
            <a:latin typeface="Corbel"/>
          </a:endParaRPr>
        </a:p>
      </dgm:t>
    </dgm:pt>
    <dgm:pt modelId="{CAB70EC1-47C9-441C-87EF-883081B0CBBB}" type="parTrans" cxnId="{74758A57-7C1B-43DE-AE64-EBC870452AA1}">
      <dgm:prSet/>
      <dgm:spPr/>
    </dgm:pt>
    <dgm:pt modelId="{75E78A3B-386B-4E63-9B30-DB9A72549852}" type="sibTrans" cxnId="{74758A57-7C1B-43DE-AE64-EBC870452AA1}">
      <dgm:prSet/>
      <dgm:spPr/>
    </dgm:pt>
    <dgm:pt modelId="{116093DA-2B5F-4005-B72D-5D15AA5A3D0B}">
      <dgm:prSet phldr="0"/>
      <dgm:spPr/>
      <dgm:t>
        <a:bodyPr/>
        <a:lstStyle/>
        <a:p>
          <a:pPr rtl="0"/>
          <a:r>
            <a:rPr lang="en-US">
              <a:solidFill>
                <a:srgbClr val="FFFFFF"/>
              </a:solidFill>
              <a:latin typeface="Corbel"/>
            </a:rPr>
            <a:t>Responsive Navigation System.</a:t>
          </a:r>
        </a:p>
      </dgm:t>
    </dgm:pt>
    <dgm:pt modelId="{D36A40EE-1A59-4589-AE3B-36D26608062E}" type="parTrans" cxnId="{2A9C60DE-DE25-4196-9F45-08C303D93C00}">
      <dgm:prSet/>
      <dgm:spPr/>
    </dgm:pt>
    <dgm:pt modelId="{96689300-DCB8-457C-A379-52E862D412B6}" type="sibTrans" cxnId="{2A9C60DE-DE25-4196-9F45-08C303D93C00}">
      <dgm:prSet/>
      <dgm:spPr/>
    </dgm:pt>
    <dgm:pt modelId="{ED5DCCC5-BCA8-4491-AA37-BAF153ECA184}" type="pres">
      <dgm:prSet presAssocID="{90119837-5B71-4D44-BB01-DB0B084933C8}" presName="linear" presStyleCnt="0">
        <dgm:presLayoutVars>
          <dgm:animLvl val="lvl"/>
          <dgm:resizeHandles val="exact"/>
        </dgm:presLayoutVars>
      </dgm:prSet>
      <dgm:spPr/>
    </dgm:pt>
    <dgm:pt modelId="{A9DD881E-A532-414B-870C-8ADE2076F78C}" type="pres">
      <dgm:prSet presAssocID="{477D14C5-CED9-4CFC-B338-DFB0C8090B9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D5F6E02-AD43-4E7A-935B-DDF5D6C74800}" type="pres">
      <dgm:prSet presAssocID="{477D14C5-CED9-4CFC-B338-DFB0C8090B9F}" presName="childText" presStyleLbl="revTx" presStyleIdx="0" presStyleCnt="2">
        <dgm:presLayoutVars>
          <dgm:bulletEnabled val="1"/>
        </dgm:presLayoutVars>
      </dgm:prSet>
      <dgm:spPr/>
    </dgm:pt>
    <dgm:pt modelId="{81203336-F3DE-4B3A-BCF4-0F68C23AC2BB}" type="pres">
      <dgm:prSet presAssocID="{3C67E77D-62FA-499D-B5E6-E79A091C5267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782956A5-ADC8-4959-B856-589B9D9B9635}" type="pres">
      <dgm:prSet presAssocID="{3C67E77D-62FA-499D-B5E6-E79A091C5267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7D461F02-AB37-447A-AC6B-D31C4D2EC6A9}" srcId="{90119837-5B71-4D44-BB01-DB0B084933C8}" destId="{477D14C5-CED9-4CFC-B338-DFB0C8090B9F}" srcOrd="0" destOrd="0" parTransId="{92DFCBC7-BC14-4697-8ECD-BF0D5B1EDA3B}" sibTransId="{87E3C0DB-7BEE-424E-8E11-B838D238D595}"/>
    <dgm:cxn modelId="{FAC3D40F-8E66-452D-9CA4-C2871F2D10EF}" srcId="{477D14C5-CED9-4CFC-B338-DFB0C8090B9F}" destId="{33EAD35F-38F2-4CB7-9A6D-B04FFD8A51FD}" srcOrd="1" destOrd="0" parTransId="{81FE7DB1-4BFC-4407-80A9-E5514E94C61D}" sibTransId="{4B66B839-1910-459B-92B2-14846EBA7A70}"/>
    <dgm:cxn modelId="{59801619-6C56-494A-A2CE-618E0B1DF5D5}" srcId="{477D14C5-CED9-4CFC-B338-DFB0C8090B9F}" destId="{C005BFD9-6DAB-4242-8309-EEA36ADAA500}" srcOrd="2" destOrd="0" parTransId="{6B61433F-1086-41EA-A2AE-04F407966350}" sibTransId="{C6303000-8BC1-4E5B-880F-CC29496ABB33}"/>
    <dgm:cxn modelId="{E61D6E1F-D492-4ABC-8220-6A95C1A77F38}" type="presOf" srcId="{33EAD35F-38F2-4CB7-9A6D-B04FFD8A51FD}" destId="{CD5F6E02-AD43-4E7A-935B-DDF5D6C74800}" srcOrd="0" destOrd="1" presId="urn:microsoft.com/office/officeart/2005/8/layout/vList2"/>
    <dgm:cxn modelId="{C6E7222A-5F84-456A-9806-D51868FAF8A9}" srcId="{3C67E77D-62FA-499D-B5E6-E79A091C5267}" destId="{D6510970-8F9C-4B45-A0F3-6ACB9AA76D40}" srcOrd="0" destOrd="0" parTransId="{7A9FC291-2B6A-4475-8B09-917F9F09E3AB}" sibTransId="{4B87F32C-3630-48F2-9114-4262C0BEEA9E}"/>
    <dgm:cxn modelId="{97E5EE35-5C40-4258-885E-AA004A3ED855}" srcId="{3C67E77D-62FA-499D-B5E6-E79A091C5267}" destId="{46796BB9-CCB6-4BFC-828C-F300383880B8}" srcOrd="2" destOrd="0" parTransId="{8BF6A263-31BC-486F-9A9F-7D8B54580845}" sibTransId="{B9DFBD20-12BF-4F8D-A864-9AD79AF81B2B}"/>
    <dgm:cxn modelId="{32AA6160-4426-4C4D-93AE-E2F474E37AD9}" srcId="{90119837-5B71-4D44-BB01-DB0B084933C8}" destId="{3C67E77D-62FA-499D-B5E6-E79A091C5267}" srcOrd="1" destOrd="0" parTransId="{5337D229-E330-4525-B0FA-14EC5A80604A}" sibTransId="{C056AC5D-B04E-4376-A1CB-3EAB7BE5AF5B}"/>
    <dgm:cxn modelId="{6644F047-8F02-46B6-ABE0-FD6F0D65C3FE}" type="presOf" srcId="{477D14C5-CED9-4CFC-B338-DFB0C8090B9F}" destId="{A9DD881E-A532-414B-870C-8ADE2076F78C}" srcOrd="0" destOrd="0" presId="urn:microsoft.com/office/officeart/2005/8/layout/vList2"/>
    <dgm:cxn modelId="{A262524A-A920-4E32-9423-57172ADCA733}" type="presOf" srcId="{C111C18A-FD96-4E63-821A-54D70D8DC65F}" destId="{CD5F6E02-AD43-4E7A-935B-DDF5D6C74800}" srcOrd="0" destOrd="0" presId="urn:microsoft.com/office/officeart/2005/8/layout/vList2"/>
    <dgm:cxn modelId="{FD62224B-6D08-462C-A563-7568EA2F3057}" type="presOf" srcId="{116093DA-2B5F-4005-B72D-5D15AA5A3D0B}" destId="{782956A5-ADC8-4959-B856-589B9D9B9635}" srcOrd="0" destOrd="4" presId="urn:microsoft.com/office/officeart/2005/8/layout/vList2"/>
    <dgm:cxn modelId="{0DCFD06C-6BD2-42FD-B897-03F4D89F08AB}" type="presOf" srcId="{46796BB9-CCB6-4BFC-828C-F300383880B8}" destId="{782956A5-ADC8-4959-B856-589B9D9B9635}" srcOrd="0" destOrd="2" presId="urn:microsoft.com/office/officeart/2005/8/layout/vList2"/>
    <dgm:cxn modelId="{FFD8B471-C98F-4DB5-8DE3-2AB7E896ADD5}" srcId="{477D14C5-CED9-4CFC-B338-DFB0C8090B9F}" destId="{C111C18A-FD96-4E63-821A-54D70D8DC65F}" srcOrd="0" destOrd="0" parTransId="{83BE74EF-FAB4-45A2-BBED-7CD5259AB210}" sibTransId="{B4F34DE2-2DAE-4F88-8C78-BD8892EBF4FF}"/>
    <dgm:cxn modelId="{74758A57-7C1B-43DE-AE64-EBC870452AA1}" srcId="{3C67E77D-62FA-499D-B5E6-E79A091C5267}" destId="{D64C2F77-5213-4297-A3C4-5B2AB06CF233}" srcOrd="3" destOrd="0" parTransId="{CAB70EC1-47C9-441C-87EF-883081B0CBBB}" sibTransId="{75E78A3B-386B-4E63-9B30-DB9A72549852}"/>
    <dgm:cxn modelId="{590E9E78-5FAE-4223-97BD-313D16C69E48}" type="presOf" srcId="{3C67E77D-62FA-499D-B5E6-E79A091C5267}" destId="{81203336-F3DE-4B3A-BCF4-0F68C23AC2BB}" srcOrd="0" destOrd="0" presId="urn:microsoft.com/office/officeart/2005/8/layout/vList2"/>
    <dgm:cxn modelId="{4B0C5C5A-7B9C-4CE7-9271-C44C8FB3D77E}" type="presOf" srcId="{709ED9DC-E391-4C6C-B788-93F1C2EFB6FD}" destId="{782956A5-ADC8-4959-B856-589B9D9B9635}" srcOrd="0" destOrd="1" presId="urn:microsoft.com/office/officeart/2005/8/layout/vList2"/>
    <dgm:cxn modelId="{9FDC0BA6-BEEF-42A5-907B-154CBD8FF37A}" type="presOf" srcId="{D64C2F77-5213-4297-A3C4-5B2AB06CF233}" destId="{782956A5-ADC8-4959-B856-589B9D9B9635}" srcOrd="0" destOrd="3" presId="urn:microsoft.com/office/officeart/2005/8/layout/vList2"/>
    <dgm:cxn modelId="{E2EE33AC-3CDB-41AB-99D0-EE89822B0377}" type="presOf" srcId="{90119837-5B71-4D44-BB01-DB0B084933C8}" destId="{ED5DCCC5-BCA8-4491-AA37-BAF153ECA184}" srcOrd="0" destOrd="0" presId="urn:microsoft.com/office/officeart/2005/8/layout/vList2"/>
    <dgm:cxn modelId="{78E3C3B3-FD19-41A6-A9CC-BB3375A6FF81}" srcId="{3C67E77D-62FA-499D-B5E6-E79A091C5267}" destId="{709ED9DC-E391-4C6C-B788-93F1C2EFB6FD}" srcOrd="1" destOrd="0" parTransId="{B5FA6CF0-E0A0-46A0-93C9-B722B31A8A9C}" sibTransId="{F3C03C29-D7FF-4D61-8D75-8B75B2F589EC}"/>
    <dgm:cxn modelId="{3FD465D5-F7F6-4D78-9A6A-C6BAAF685037}" type="presOf" srcId="{D6510970-8F9C-4B45-A0F3-6ACB9AA76D40}" destId="{782956A5-ADC8-4959-B856-589B9D9B9635}" srcOrd="0" destOrd="0" presId="urn:microsoft.com/office/officeart/2005/8/layout/vList2"/>
    <dgm:cxn modelId="{2A9C60DE-DE25-4196-9F45-08C303D93C00}" srcId="{3C67E77D-62FA-499D-B5E6-E79A091C5267}" destId="{116093DA-2B5F-4005-B72D-5D15AA5A3D0B}" srcOrd="4" destOrd="0" parTransId="{D36A40EE-1A59-4589-AE3B-36D26608062E}" sibTransId="{96689300-DCB8-457C-A379-52E862D412B6}"/>
    <dgm:cxn modelId="{B1D8AAFF-86C9-4CE9-933D-CBB7081A8434}" type="presOf" srcId="{C005BFD9-6DAB-4242-8309-EEA36ADAA500}" destId="{CD5F6E02-AD43-4E7A-935B-DDF5D6C74800}" srcOrd="0" destOrd="2" presId="urn:microsoft.com/office/officeart/2005/8/layout/vList2"/>
    <dgm:cxn modelId="{81850558-5F91-4CDD-A66D-65D946159BE9}" type="presParOf" srcId="{ED5DCCC5-BCA8-4491-AA37-BAF153ECA184}" destId="{A9DD881E-A532-414B-870C-8ADE2076F78C}" srcOrd="0" destOrd="0" presId="urn:microsoft.com/office/officeart/2005/8/layout/vList2"/>
    <dgm:cxn modelId="{32D769AA-2995-4487-91C4-1872E21F31BA}" type="presParOf" srcId="{ED5DCCC5-BCA8-4491-AA37-BAF153ECA184}" destId="{CD5F6E02-AD43-4E7A-935B-DDF5D6C74800}" srcOrd="1" destOrd="0" presId="urn:microsoft.com/office/officeart/2005/8/layout/vList2"/>
    <dgm:cxn modelId="{DE00F420-C076-43A0-B2B6-30AEB59B8FEB}" type="presParOf" srcId="{ED5DCCC5-BCA8-4491-AA37-BAF153ECA184}" destId="{81203336-F3DE-4B3A-BCF4-0F68C23AC2BB}" srcOrd="2" destOrd="0" presId="urn:microsoft.com/office/officeart/2005/8/layout/vList2"/>
    <dgm:cxn modelId="{27D92FD4-DE58-4D24-9DB7-E4C53C116594}" type="presParOf" srcId="{ED5DCCC5-BCA8-4491-AA37-BAF153ECA184}" destId="{782956A5-ADC8-4959-B856-589B9D9B9635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DD881E-A532-414B-870C-8ADE2076F78C}">
      <dsp:nvSpPr>
        <dsp:cNvPr id="0" name=""/>
        <dsp:cNvSpPr/>
      </dsp:nvSpPr>
      <dsp:spPr>
        <a:xfrm>
          <a:off x="0" y="159872"/>
          <a:ext cx="6930034" cy="647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>
              <a:latin typeface="Consolas"/>
            </a:rPr>
            <a:t>Technical Stack of the project</a:t>
          </a:r>
          <a:endParaRPr lang="en-US" sz="2700" kern="1200"/>
        </a:p>
      </dsp:txBody>
      <dsp:txXfrm>
        <a:off x="31613" y="191485"/>
        <a:ext cx="6866808" cy="584369"/>
      </dsp:txXfrm>
    </dsp:sp>
    <dsp:sp modelId="{CD5F6E02-AD43-4E7A-935B-DDF5D6C74800}">
      <dsp:nvSpPr>
        <dsp:cNvPr id="0" name=""/>
        <dsp:cNvSpPr/>
      </dsp:nvSpPr>
      <dsp:spPr>
        <a:xfrm>
          <a:off x="0" y="807467"/>
          <a:ext cx="6930034" cy="13693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029" tIns="34290" rIns="192024" bIns="34290" numCol="1" spcCol="1270" anchor="t" anchorCtr="0">
          <a:noAutofit/>
        </a:bodyPr>
        <a:lstStyle/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b="1" kern="1200">
              <a:solidFill>
                <a:srgbClr val="FFFFFF"/>
              </a:solidFill>
              <a:latin typeface="Consolas"/>
            </a:rPr>
            <a:t>Frontend :</a:t>
          </a:r>
          <a:r>
            <a:rPr lang="en-US" sz="2100" kern="1200">
              <a:solidFill>
                <a:srgbClr val="FFFFFF"/>
              </a:solidFill>
              <a:latin typeface="Consolas"/>
            </a:rPr>
            <a:t> HTML5 ;CSS3(Flexbox/Grid) ;JavaScript</a:t>
          </a:r>
          <a:endParaRPr lang="en-US" sz="2100" kern="1200">
            <a:solidFill>
              <a:srgbClr val="FFFFFF"/>
            </a:solidFill>
          </a:endParaRPr>
        </a:p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b="1" kern="1200">
              <a:latin typeface="Consolas"/>
            </a:rPr>
            <a:t>Design </a:t>
          </a:r>
          <a:r>
            <a:rPr lang="en-US" sz="2100" kern="1200">
              <a:latin typeface="Consolas"/>
            </a:rPr>
            <a:t>: Customized System/ </a:t>
          </a:r>
          <a:r>
            <a:rPr lang="en-US" sz="2100" kern="1200">
              <a:solidFill>
                <a:srgbClr val="FFFFFF"/>
              </a:solidFill>
              <a:latin typeface="Consolas"/>
            </a:rPr>
            <a:t>SVG Animations</a:t>
          </a:r>
        </a:p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b="1" kern="1200">
              <a:solidFill>
                <a:srgbClr val="FFFFFF"/>
              </a:solidFill>
              <a:latin typeface="Consolas"/>
            </a:rPr>
            <a:t>Performance :</a:t>
          </a:r>
          <a:r>
            <a:rPr lang="en-US" sz="2100" b="0" kern="1200">
              <a:latin typeface="Consolas"/>
            </a:rPr>
            <a:t> </a:t>
          </a:r>
          <a:r>
            <a:rPr lang="en-US" sz="2100" b="0" kern="1200">
              <a:solidFill>
                <a:srgbClr val="FFFFFF"/>
              </a:solidFill>
              <a:latin typeface="Consolas"/>
            </a:rPr>
            <a:t>CSS Hardware Acceleration</a:t>
          </a:r>
          <a:endParaRPr lang="en-US" sz="2100" kern="1200"/>
        </a:p>
      </dsp:txBody>
      <dsp:txXfrm>
        <a:off x="0" y="807467"/>
        <a:ext cx="6930034" cy="1369305"/>
      </dsp:txXfrm>
    </dsp:sp>
    <dsp:sp modelId="{81203336-F3DE-4B3A-BCF4-0F68C23AC2BB}">
      <dsp:nvSpPr>
        <dsp:cNvPr id="0" name=""/>
        <dsp:cNvSpPr/>
      </dsp:nvSpPr>
      <dsp:spPr>
        <a:xfrm>
          <a:off x="0" y="2176772"/>
          <a:ext cx="6930034" cy="647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>
              <a:latin typeface="Consolas"/>
            </a:rPr>
            <a:t>Key features</a:t>
          </a:r>
          <a:endParaRPr lang="en-US" sz="2700" kern="1200"/>
        </a:p>
      </dsp:txBody>
      <dsp:txXfrm>
        <a:off x="31613" y="2208385"/>
        <a:ext cx="6866808" cy="584369"/>
      </dsp:txXfrm>
    </dsp:sp>
    <dsp:sp modelId="{782956A5-ADC8-4959-B856-589B9D9B9635}">
      <dsp:nvSpPr>
        <dsp:cNvPr id="0" name=""/>
        <dsp:cNvSpPr/>
      </dsp:nvSpPr>
      <dsp:spPr>
        <a:xfrm>
          <a:off x="0" y="2824367"/>
          <a:ext cx="6930034" cy="18443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029" tIns="34290" rIns="192024" bIns="34290" numCol="1" spcCol="1270" anchor="t" anchorCtr="0">
          <a:noAutofit/>
        </a:bodyPr>
        <a:lstStyle/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>
              <a:solidFill>
                <a:srgbClr val="FFFFFF"/>
              </a:solidFill>
              <a:latin typeface="Corbel"/>
            </a:rPr>
            <a:t>1.2s Average Load Time</a:t>
          </a:r>
          <a:endParaRPr lang="en-US" sz="2100" kern="1200"/>
        </a:p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>
              <a:solidFill>
                <a:srgbClr val="FFFFFF"/>
              </a:solidFill>
              <a:latin typeface="Corbel"/>
            </a:rPr>
            <a:t>Interactive Components</a:t>
          </a:r>
          <a:endParaRPr lang="en-US" sz="2100" kern="1200"/>
        </a:p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>
              <a:solidFill>
                <a:srgbClr val="FFFFFF"/>
              </a:solidFill>
              <a:latin typeface="Corbel"/>
            </a:rPr>
            <a:t>Dynamic Image Gallery with Keyboard Navigation</a:t>
          </a:r>
          <a:endParaRPr lang="en-US" sz="2100" kern="1200">
            <a:latin typeface="Corbel"/>
          </a:endParaRPr>
        </a:p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>
              <a:solidFill>
                <a:srgbClr val="FFFFFF"/>
              </a:solidFill>
              <a:latin typeface="Corbel"/>
            </a:rPr>
            <a:t>Scroll-Triggered Animations</a:t>
          </a:r>
          <a:endParaRPr lang="en-US" sz="2100" kern="1200">
            <a:latin typeface="Corbel"/>
          </a:endParaRPr>
        </a:p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>
              <a:solidFill>
                <a:srgbClr val="FFFFFF"/>
              </a:solidFill>
              <a:latin typeface="Corbel"/>
            </a:rPr>
            <a:t>Responsive Navigation System.</a:t>
          </a:r>
        </a:p>
      </dsp:txBody>
      <dsp:txXfrm>
        <a:off x="0" y="2824367"/>
        <a:ext cx="6930034" cy="18443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AA43A-3F76-4A13-9CD6-36134EB429E3}" type="datetimeFigureOut">
              <a:rPr lang="en-US"/>
              <a:t>4/13/2025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0423A-8BCE-448E-A97B-03A88B2B12C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1395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674A4F-2B7A-4ECB-A400-260B2FFC03C1}" type="datetimeFigureOut">
              <a:rPr lang="en-US"/>
              <a:t>4/13/2025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F2A70B-78F2-4DCF-B53B-C990D2FAFB8A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1570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905000"/>
            <a:ext cx="9144000" cy="2667000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5105400"/>
            <a:ext cx="9143999" cy="10668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56" name="line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7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9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068651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" name="line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548640">
              <a:defRPr/>
            </a:lvl2pPr>
            <a:lvl3pPr marL="777240">
              <a:defRPr/>
            </a:lvl3pPr>
            <a:lvl4pPr marL="1005840">
              <a:defRPr/>
            </a:lvl4pPr>
            <a:lvl5pPr marL="1234440">
              <a:defRPr/>
            </a:lvl5pPr>
            <a:lvl6pPr marL="1463040">
              <a:defRPr baseline="0"/>
            </a:lvl6pPr>
            <a:lvl7pPr marL="1691640">
              <a:defRPr baseline="0"/>
            </a:lvl7pPr>
            <a:lvl8pPr marL="1920240">
              <a:defRPr baseline="0"/>
            </a:lvl8pPr>
            <a:lvl9pPr marL="2148840"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871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" name="line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6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7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1905000"/>
            <a:ext cx="9144000" cy="2667000"/>
          </a:xfrm>
        </p:spPr>
        <p:txBody>
          <a:bodyPr anchor="b">
            <a:noAutofit/>
          </a:bodyPr>
          <a:lstStyle>
            <a:lvl1pPr algn="l">
              <a:defRPr sz="4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5102525"/>
            <a:ext cx="9143999" cy="1069675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008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line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9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4419599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6815" y="1905000"/>
            <a:ext cx="4419598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265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line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1" name="Freeform 16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6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3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0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0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 marL="1956816"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/>
            </a:lvl8pPr>
            <a:lvl9pPr marL="1956816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428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line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7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8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9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875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432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5" name="frame"/>
          <p:cNvGrpSpPr/>
          <p:nvPr/>
        </p:nvGrpSpPr>
        <p:grpSpPr bwMode="invGray">
          <a:xfrm>
            <a:off x="4417839" y="1630821"/>
            <a:ext cx="6291028" cy="4575885"/>
            <a:chOff x="4417839" y="1630821"/>
            <a:chExt cx="6291028" cy="4575885"/>
          </a:xfrm>
        </p:grpSpPr>
        <p:grpSp>
          <p:nvGrpSpPr>
            <p:cNvPr id="616" name="Group 615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8" name="Group 76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84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9" name="Group 76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77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7" name="Group 616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8" name="Group 61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69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9" name="Group 61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0022" y="1905000"/>
            <a:ext cx="5669280" cy="4038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2413" y="3429000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699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" name="frame"/>
          <p:cNvGrpSpPr/>
          <p:nvPr/>
        </p:nvGrpSpPr>
        <p:grpSpPr bwMode="invGray">
          <a:xfrm flipH="1">
            <a:off x="1447500" y="1630821"/>
            <a:ext cx="6291028" cy="4575885"/>
            <a:chOff x="4417839" y="1630821"/>
            <a:chExt cx="6291028" cy="4575885"/>
          </a:xfrm>
        </p:grpSpPr>
        <p:grpSp>
          <p:nvGrpSpPr>
            <p:cNvPr id="615" name="Group 614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7" name="Group 76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3" name="Freeform 84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8" name="Group 76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69" name="Freeform 76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6" name="Group 615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7" name="Group 61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3" name="Freeform 69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8" name="Group 61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19" name="Freeform 61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622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623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624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625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626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627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628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629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630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631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632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633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634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635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636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637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638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639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640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641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642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643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644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645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646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647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648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649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650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651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652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653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654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655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656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657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658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659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660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661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662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663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664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665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666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67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68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69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70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71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72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73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4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75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76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677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678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679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680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681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682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683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684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685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686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687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688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689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690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691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45838" y="1884311"/>
            <a:ext cx="5669280" cy="4041648"/>
          </a:xfrm>
          <a:solidFill>
            <a:schemeClr val="bg1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5959" y="3411748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491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line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8" name="Freeform 7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 marL="1956816">
              <a:defRPr/>
            </a:lvl6pPr>
            <a:lvl7pPr marL="1956816">
              <a:defRPr/>
            </a:lvl7pPr>
            <a:lvl8pPr marL="1956816">
              <a:defRPr/>
            </a:lvl8pPr>
            <a:lvl9pPr marL="1956816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309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line"/>
          <p:cNvGrpSpPr/>
          <p:nvPr/>
        </p:nvGrpSpPr>
        <p:grpSpPr bwMode="invGray">
          <a:xfrm rot="5400000">
            <a:off x="6864412" y="3472598"/>
            <a:ext cx="6492240" cy="64008"/>
            <a:chOff x="1522413" y="1514475"/>
            <a:chExt cx="10569575" cy="64008"/>
          </a:xfrm>
        </p:grpSpPr>
        <p:sp>
          <p:nvSpPr>
            <p:cNvPr id="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61612" y="274639"/>
            <a:ext cx="1371600" cy="59017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8012" y="277813"/>
            <a:ext cx="9144001" cy="5898573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647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FE8FB1-0A7A-443E-AAF7-31D4FA1AA312}" type="datetimeFigureOut">
              <a:rPr lang="en-US" smtClean="0"/>
              <a:pPr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A54BD-C84D-46CE-8B72-31BFB26ABA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0594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6072" indent="-27432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04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33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618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947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76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 userDrawn="1">
          <p15:clr>
            <a:srgbClr val="F26B43"/>
          </p15:clr>
        </p15:guide>
        <p15:guide id="4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1676" y="1415143"/>
            <a:ext cx="9144000" cy="2667000"/>
          </a:xfrm>
        </p:spPr>
        <p:txBody>
          <a:bodyPr/>
          <a:lstStyle/>
          <a:p>
            <a:r>
              <a:rPr lang="en-US"/>
              <a:t>Island Spice Heaven Restaurant Website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br>
              <a:rPr lang="en-US" sz="1200" i="1">
                <a:solidFill>
                  <a:srgbClr val="404040"/>
                </a:solidFill>
                <a:ea typeface="+mn-lt"/>
                <a:cs typeface="+mn-lt"/>
              </a:rPr>
            </a:br>
            <a:r>
              <a:rPr lang="en-US" sz="2800">
                <a:solidFill>
                  <a:schemeClr val="tx1"/>
                </a:solidFill>
                <a:ea typeface="+mn-lt"/>
                <a:cs typeface="+mn-lt"/>
              </a:rPr>
              <a:t>Presented by</a:t>
            </a:r>
            <a:r>
              <a:rPr lang="en-US" sz="2800" i="1">
                <a:solidFill>
                  <a:schemeClr val="tx1"/>
                </a:solidFill>
                <a:ea typeface="+mn-lt"/>
                <a:cs typeface="+mn-lt"/>
              </a:rPr>
              <a:t>:</a:t>
            </a:r>
            <a:r>
              <a:rPr lang="en-US" sz="2800">
                <a:solidFill>
                  <a:schemeClr val="tx1"/>
                </a:solidFill>
                <a:ea typeface="+mn-lt"/>
                <a:cs typeface="+mn-lt"/>
              </a:rPr>
              <a:t> Kristal Manzano  &amp; Sachita Ghoora</a:t>
            </a:r>
            <a:br>
              <a:rPr lang="en-US" sz="2800">
                <a:ea typeface="+mn-lt"/>
                <a:cs typeface="+mn-lt"/>
              </a:rPr>
            </a:br>
            <a:r>
              <a:rPr lang="en-US" sz="2800">
                <a:solidFill>
                  <a:schemeClr val="tx1"/>
                </a:solidFill>
                <a:ea typeface="+mn-lt"/>
                <a:cs typeface="+mn-lt"/>
              </a:rPr>
              <a:t>Date: April 2025 </a:t>
            </a:r>
            <a:endParaRPr lang="en-US" sz="2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0111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Overview and key features of the website:-</a:t>
            </a:r>
          </a:p>
        </p:txBody>
      </p:sp>
      <p:graphicFrame>
        <p:nvGraphicFramePr>
          <p:cNvPr id="4" name="Content Placeholder 3" descr="Vertical Bullet List" title="SmartArt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124981739"/>
              </p:ext>
            </p:extLst>
          </p:nvPr>
        </p:nvGraphicFramePr>
        <p:xfrm>
          <a:off x="971879" y="1596775"/>
          <a:ext cx="6930034" cy="48286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89555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64D00-CB6C-344A-BA73-B00A48680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51D1A8B5-EF8F-E8E3-9E0D-34FC221E0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HTML5 </a:t>
            </a:r>
            <a:r>
              <a:rPr lang="en-US" dirty="0"/>
              <a:t>Restaurant Homepage Content Structure:-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7F0CCC0-1779-95C5-1BDB-10977B0276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7238333" cy="42672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/>
          </a:p>
          <a:p>
            <a:endParaRPr lang="en-US" dirty="0"/>
          </a:p>
          <a:p>
            <a:endParaRPr lang="en-US"/>
          </a:p>
          <a:p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DB9E5F7-304A-87A9-A04D-E78DE43B34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6815" y="1905000"/>
            <a:ext cx="5025185" cy="4267200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1200">
              <a:solidFill>
                <a:srgbClr val="404040"/>
              </a:solidFill>
            </a:endParaRPr>
          </a:p>
          <a:p>
            <a:endParaRPr lang="en-US"/>
          </a:p>
        </p:txBody>
      </p:sp>
      <p:pic>
        <p:nvPicPr>
          <p:cNvPr id="5" name="Picture 4" descr="A computer screen shot of text&#10;&#10;AI-generated content may be incorrect.">
            <a:extLst>
              <a:ext uri="{FF2B5EF4-FFF2-40B4-BE49-F238E27FC236}">
                <a16:creationId xmlns:a16="http://schemas.microsoft.com/office/drawing/2014/main" id="{468F629B-EDAA-2655-ACFD-698847F85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54" y="1623269"/>
            <a:ext cx="11407999" cy="4970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6466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C1737-058C-A5BA-2F3F-DB6372794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4739DFB8-4934-8186-8D67-BCFFC07B8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HTML5 </a:t>
            </a:r>
            <a:r>
              <a:rPr lang="en-US" dirty="0"/>
              <a:t>Menu Page:-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154315B4-0977-60E5-8000-A1E876F482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7238333" cy="42672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/>
          </a:p>
          <a:p>
            <a:endParaRPr lang="en-US" dirty="0"/>
          </a:p>
          <a:p>
            <a:endParaRPr lang="en-US"/>
          </a:p>
          <a:p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33390FE-BB36-EE8B-4392-100E5A3751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6815" y="1905000"/>
            <a:ext cx="5025185" cy="4267200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1200">
              <a:solidFill>
                <a:srgbClr val="404040"/>
              </a:solidFill>
            </a:endParaRPr>
          </a:p>
          <a:p>
            <a:endParaRPr lang="en-US"/>
          </a:p>
        </p:txBody>
      </p:sp>
      <p:pic>
        <p:nvPicPr>
          <p:cNvPr id="4" name="Picture 3" descr="A computer screen shot of text&#10;&#10;AI-generated content may be incorrect.">
            <a:extLst>
              <a:ext uri="{FF2B5EF4-FFF2-40B4-BE49-F238E27FC236}">
                <a16:creationId xmlns:a16="http://schemas.microsoft.com/office/drawing/2014/main" id="{CCE74209-B5A6-C8F4-2614-62FC9994E0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250" y="1704364"/>
            <a:ext cx="11259831" cy="500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1320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10C1C-8564-3482-269D-F82881773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6B4A254A-C265-D7CE-F5E5-02B870414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HTML5 </a:t>
            </a:r>
            <a:r>
              <a:rPr lang="en-US" dirty="0"/>
              <a:t>Adding Menu Items to cart:-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4C1F5CFB-9619-5CF7-D9FB-C2C8715F42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7238333" cy="42672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/>
          </a:p>
          <a:p>
            <a:endParaRPr lang="en-US" dirty="0"/>
          </a:p>
          <a:p>
            <a:endParaRPr lang="en-US"/>
          </a:p>
          <a:p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74CF189-097A-7CAD-D7F4-F8BF858F40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6815" y="1905000"/>
            <a:ext cx="5025185" cy="4267200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1200">
              <a:solidFill>
                <a:srgbClr val="404040"/>
              </a:solidFill>
            </a:endParaRPr>
          </a:p>
          <a:p>
            <a:endParaRPr lang="en-US"/>
          </a:p>
        </p:txBody>
      </p:sp>
      <p:pic>
        <p:nvPicPr>
          <p:cNvPr id="3" name="Picture 2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6B51940F-A1A9-EBE4-B1A0-67DC83B42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99" y="1717994"/>
            <a:ext cx="11979266" cy="4969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067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4BA87-A446-72D0-C8C6-3861EE858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C3217C60-1C33-EA19-600A-D383BC3FB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HTML5 Events</a:t>
            </a:r>
            <a:r>
              <a:rPr lang="en-US" dirty="0"/>
              <a:t> Page:-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C086A875-45C5-7DE0-29D1-365E8F90AB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7238333" cy="42672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/>
          </a:p>
          <a:p>
            <a:endParaRPr lang="en-US" dirty="0"/>
          </a:p>
          <a:p>
            <a:endParaRPr lang="en-US"/>
          </a:p>
          <a:p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773BB76-A764-3BE1-E303-6B511A1DE6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6815" y="1905000"/>
            <a:ext cx="5025185" cy="4267200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1200">
              <a:solidFill>
                <a:srgbClr val="404040"/>
              </a:solidFill>
            </a:endParaRPr>
          </a:p>
          <a:p>
            <a:endParaRPr lang="en-US"/>
          </a:p>
        </p:txBody>
      </p:sp>
      <p:pic>
        <p:nvPicPr>
          <p:cNvPr id="4" name="Picture 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3868872A-D304-3985-37FA-F280414FF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015" y="1623268"/>
            <a:ext cx="10048564" cy="5234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1816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8FD98-4EB7-4226-BC39-A1F94DF18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5805B31C-4976-CE99-58AD-C52EEC65B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HTML5 Reviews</a:t>
            </a:r>
            <a:r>
              <a:rPr lang="en-US" dirty="0"/>
              <a:t> Page:-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DD51A97-E90F-6D2D-E6FB-49A59F2C02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7238333" cy="42672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/>
          </a:p>
          <a:p>
            <a:endParaRPr lang="en-US" dirty="0"/>
          </a:p>
          <a:p>
            <a:endParaRPr lang="en-US"/>
          </a:p>
          <a:p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5A52A0B-8AD4-4CD5-7C9D-A6FD8F9817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6815" y="1905000"/>
            <a:ext cx="5025185" cy="4267200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1200">
              <a:solidFill>
                <a:srgbClr val="404040"/>
              </a:solidFill>
            </a:endParaRPr>
          </a:p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A229B7-DEEB-4B7A-A67B-D54248EAC7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26" y="1715810"/>
            <a:ext cx="10064584" cy="4999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5801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B51B6-F66A-80DB-83D6-2EFD488E0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7EFF6D6F-3889-EF2B-A3C7-BD64DE0BC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CSS3 Techniques-3D Hover Effects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A5BB7503-CB4B-5CAF-EF3B-FBCE81839E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7238333" cy="42672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/>
          </a:p>
          <a:p>
            <a:endParaRPr lang="en-US" dirty="0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65CD741-3BD1-F9BA-9B42-D92F2D91E7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6815" y="1905000"/>
            <a:ext cx="5025185" cy="4267200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1200">
              <a:solidFill>
                <a:srgbClr val="404040"/>
              </a:solidFill>
            </a:endParaRPr>
          </a:p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C31625-ADF6-D03C-7244-3C9860E645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761" y="1715242"/>
            <a:ext cx="7742579" cy="462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134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DABF5-0600-DEF4-4BCC-3DF75414E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0FC97E00-A661-C697-327E-95DF32F61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CSS3 Techniques-Animated Loader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F8C95E8-F8E2-24FF-4CAC-C7368AF54E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7238333" cy="42672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/>
          </a:p>
          <a:p>
            <a:endParaRPr lang="en-US" dirty="0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D654CBC-AB12-6628-9307-4137065898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6815" y="1905000"/>
            <a:ext cx="5025185" cy="4267200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1200">
              <a:solidFill>
                <a:srgbClr val="404040"/>
              </a:solidFill>
            </a:endParaRPr>
          </a:p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390FB9-B34D-0E97-D724-BBC94AB071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794" y="1711965"/>
            <a:ext cx="7971357" cy="4868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792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0311C-1B8A-71BC-8445-FF4F22D8C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3AA84DAF-4A26-607C-09DE-6738F4602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CSS3 Techniques- Dynamic Fixed Navbar </a:t>
            </a:r>
          </a:p>
          <a:p>
            <a:endParaRPr lang="en-US" dirty="0">
              <a:ea typeface="+mj-lt"/>
              <a:cs typeface="+mj-lt"/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345F9BC3-5B9E-A79B-B680-CECE840544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7238333" cy="42672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/>
          </a:p>
          <a:p>
            <a:endParaRPr lang="en-US" dirty="0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411FEA8-3898-63A2-D032-10007A04E5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6815" y="1905000"/>
            <a:ext cx="5025185" cy="4267200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1200">
              <a:solidFill>
                <a:srgbClr val="404040"/>
              </a:solidFill>
            </a:endParaRPr>
          </a:p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2C721C-C21E-AD78-8274-69AB4A7CB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527" y="1716859"/>
            <a:ext cx="6403378" cy="4883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6006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BBB25-2607-853C-E662-907632496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A51F9-32DC-FF0C-DBA6-3CBEEBB0C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JavaScript Architecture-DOM Element </a:t>
            </a:r>
            <a:r>
              <a:rPr lang="en-US" sz="2400" dirty="0">
                <a:ea typeface="+mj-lt"/>
                <a:cs typeface="+mj-lt"/>
              </a:rPr>
              <a:t>using </a:t>
            </a:r>
            <a:r>
              <a:rPr lang="en-US" sz="2400" dirty="0" err="1"/>
              <a:t>document.querySelector</a:t>
            </a:r>
            <a:r>
              <a:rPr lang="en-US" sz="2400" dirty="0">
                <a:ea typeface="+mj-lt"/>
                <a:cs typeface="+mj-lt"/>
              </a:rPr>
              <a:t> and </a:t>
            </a:r>
            <a:r>
              <a:rPr lang="en-US" sz="2400" dirty="0"/>
              <a:t>Page Loader Animations </a:t>
            </a:r>
            <a:r>
              <a:rPr lang="en-US" dirty="0"/>
              <a:t>:-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86C094C-38C2-4E66-D815-14E3B4C4C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57" y="1710000"/>
            <a:ext cx="7198199" cy="13239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56C147C-7429-89D0-22CE-4106E25D75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693" y="3186375"/>
            <a:ext cx="7203527" cy="3392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1785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02386-64FD-2183-2D66-A08EE322B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73E5B-0CEF-E7EC-2B39-4E8C7A625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JavaScript Mobile navigation Toggle and Smooth Scroll</a:t>
            </a:r>
            <a:r>
              <a:rPr lang="en-US" dirty="0"/>
              <a:t>:-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903F6D-59D3-47A8-0D97-B42B7320C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61" y="1713713"/>
            <a:ext cx="8023943" cy="14675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992B11-369F-F493-0184-6E5F5F5243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57" y="3289533"/>
            <a:ext cx="8150342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8039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E6C6B2D4-ED2B-5E1B-2F71-29947918E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Screen Reader Optimization:</a:t>
            </a:r>
          </a:p>
        </p:txBody>
      </p:sp>
      <p:pic>
        <p:nvPicPr>
          <p:cNvPr id="4" name="Content Placeholder 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AE9BDC10-A55D-E35D-AB1D-E476E9E295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3067" y="1905000"/>
            <a:ext cx="8862694" cy="4267200"/>
          </a:xfrm>
        </p:spPr>
      </p:pic>
    </p:spTree>
    <p:extLst>
      <p:ext uri="{BB962C8B-B14F-4D97-AF65-F5344CB8AC3E}">
        <p14:creationId xmlns:p14="http://schemas.microsoft.com/office/powerpoint/2010/main" val="3847750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Island Spice Heaven Website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3C5292-4663-9E77-A5A6-B733B5265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6018" y="1718126"/>
            <a:ext cx="7440340" cy="435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894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ustom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/>
        </a:blipFill>
      </a:bgFillStyleLst>
    </a:fmtScheme>
  </a:themeElements>
  <a:objectDefaults>
    <a:spDef>
      <a:spPr>
        <a:ln>
          <a:miter lim="800000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Custom" id="{37DB63F3-72C7-4A67-82CB-DE1EC68F0B1F}" vid="{1DDF8815-C24B-4878-AB18-C1C7DB7407AA}"/>
    </a:ext>
  </a:extLst>
</a:theme>
</file>

<file path=ppt/theme/theme2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82B82EB-80D3-4DDB-9A53-0D22163B57B3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EBA52FF4-E484-4953-8434-9402E3BE0AB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5FC92C0-A33F-467F-A65D-AA0CE0BD2B63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Custom</Template>
  <Application>Microsoft Office PowerPoint</Application>
  <PresentationFormat>Custom</PresentationFormat>
  <Slides>14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Custom</vt:lpstr>
      <vt:lpstr>Island Spice Heaven Restaurant Website</vt:lpstr>
      <vt:lpstr>Project Overview and key features of the website:-</vt:lpstr>
      <vt:lpstr>HTML5 Restaurant Homepage Content Structure:-</vt:lpstr>
      <vt:lpstr>HTML5 Menu Page:-</vt:lpstr>
      <vt:lpstr>HTML5 Adding Menu Items to cart:-</vt:lpstr>
      <vt:lpstr>HTML5 Events Page:-</vt:lpstr>
      <vt:lpstr>HTML5 Reviews Page:-</vt:lpstr>
      <vt:lpstr>CSS3 Techniques-3D Hover Effects</vt:lpstr>
      <vt:lpstr>CSS3 Techniques-Animated Loader</vt:lpstr>
      <vt:lpstr>CSS3 Techniques- Dynamic Fixed Navbar  </vt:lpstr>
      <vt:lpstr>JavaScript Architecture-DOM Element using document.querySelector and Page Loader Animations :-</vt:lpstr>
      <vt:lpstr>JavaScript Mobile navigation Toggle and Smooth Scroll:-</vt:lpstr>
      <vt:lpstr>Screen Reader Optimization:</vt:lpstr>
      <vt:lpstr>Island Spice Heaven Website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161</cp:revision>
  <dcterms:created xsi:type="dcterms:W3CDTF">2025-04-09T21:03:28Z</dcterms:created>
  <dcterms:modified xsi:type="dcterms:W3CDTF">2025-04-14T02:57:20Z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